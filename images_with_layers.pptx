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ome Page and Variants" id="{9EE3B63E-DA1C-47B6-82D6-E79847A08A80}">
          <p14:sldIdLst>
            <p14:sldId id="256"/>
            <p14:sldId id="257"/>
            <p14:sldId id="259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8B83CA-EB94-40E4-B967-BE475437E682}" v="25" dt="2025-09-15T21:14:38.4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283" autoAdjust="0"/>
  </p:normalViewPr>
  <p:slideViewPr>
    <p:cSldViewPr snapToGrid="0">
      <p:cViewPr>
        <p:scale>
          <a:sx n="100" d="100"/>
          <a:sy n="100" d="100"/>
        </p:scale>
        <p:origin x="264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istopher Galbraith" userId="2d8c3a04-e47e-4fbe-8a9d-0ba2407ee31b" providerId="ADAL" clId="{D7284E7D-48E7-4ACA-B099-1DC7DA0F81BF}"/>
    <pc:docChg chg="undo custSel addSld delSld modSld addSection modSection">
      <pc:chgData name="Kristopher Galbraith" userId="2d8c3a04-e47e-4fbe-8a9d-0ba2407ee31b" providerId="ADAL" clId="{D7284E7D-48E7-4ACA-B099-1DC7DA0F81BF}" dt="2025-09-15T21:16:29.055" v="509" actId="1076"/>
      <pc:docMkLst>
        <pc:docMk/>
      </pc:docMkLst>
      <pc:sldChg chg="addSp delSp modSp mod modNotesTx">
        <pc:chgData name="Kristopher Galbraith" userId="2d8c3a04-e47e-4fbe-8a9d-0ba2407ee31b" providerId="ADAL" clId="{D7284E7D-48E7-4ACA-B099-1DC7DA0F81BF}" dt="2025-09-15T21:06:48.057" v="256" actId="1076"/>
        <pc:sldMkLst>
          <pc:docMk/>
          <pc:sldMk cId="2030273751" sldId="256"/>
        </pc:sldMkLst>
        <pc:spChg chg="add del mod">
          <ac:chgData name="Kristopher Galbraith" userId="2d8c3a04-e47e-4fbe-8a9d-0ba2407ee31b" providerId="ADAL" clId="{D7284E7D-48E7-4ACA-B099-1DC7DA0F81BF}" dt="2025-09-15T18:18:51.017" v="39"/>
          <ac:spMkLst>
            <pc:docMk/>
            <pc:sldMk cId="2030273751" sldId="256"/>
            <ac:spMk id="6" creationId="{66934C1C-61B4-2DD3-F34E-AD36ACF82AF8}"/>
          </ac:spMkLst>
        </pc:spChg>
        <pc:spChg chg="add mod">
          <ac:chgData name="Kristopher Galbraith" userId="2d8c3a04-e47e-4fbe-8a9d-0ba2407ee31b" providerId="ADAL" clId="{D7284E7D-48E7-4ACA-B099-1DC7DA0F81BF}" dt="2025-09-15T21:06:08.399" v="250" actId="14100"/>
          <ac:spMkLst>
            <pc:docMk/>
            <pc:sldMk cId="2030273751" sldId="256"/>
            <ac:spMk id="7" creationId="{7A08FA56-6667-2FEB-DFC0-5795598FD922}"/>
          </ac:spMkLst>
        </pc:spChg>
        <pc:spChg chg="add mod">
          <ac:chgData name="Kristopher Galbraith" userId="2d8c3a04-e47e-4fbe-8a9d-0ba2407ee31b" providerId="ADAL" clId="{D7284E7D-48E7-4ACA-B099-1DC7DA0F81BF}" dt="2025-09-15T21:06:19.480" v="252" actId="1076"/>
          <ac:spMkLst>
            <pc:docMk/>
            <pc:sldMk cId="2030273751" sldId="256"/>
            <ac:spMk id="8" creationId="{9B1E6C77-DB95-5CB9-F5BE-10B04E4B3331}"/>
          </ac:spMkLst>
        </pc:spChg>
        <pc:spChg chg="add mod">
          <ac:chgData name="Kristopher Galbraith" userId="2d8c3a04-e47e-4fbe-8a9d-0ba2407ee31b" providerId="ADAL" clId="{D7284E7D-48E7-4ACA-B099-1DC7DA0F81BF}" dt="2025-09-15T21:05:56.490" v="248" actId="14100"/>
          <ac:spMkLst>
            <pc:docMk/>
            <pc:sldMk cId="2030273751" sldId="256"/>
            <ac:spMk id="9" creationId="{6D48391C-EA04-C850-11E2-9DD29AEEAAE8}"/>
          </ac:spMkLst>
        </pc:spChg>
        <pc:spChg chg="add mod">
          <ac:chgData name="Kristopher Galbraith" userId="2d8c3a04-e47e-4fbe-8a9d-0ba2407ee31b" providerId="ADAL" clId="{D7284E7D-48E7-4ACA-B099-1DC7DA0F81BF}" dt="2025-09-15T21:06:14.929" v="251" actId="1076"/>
          <ac:spMkLst>
            <pc:docMk/>
            <pc:sldMk cId="2030273751" sldId="256"/>
            <ac:spMk id="10" creationId="{79E39D9C-5B4D-15B1-CE5E-940082C00152}"/>
          </ac:spMkLst>
        </pc:spChg>
        <pc:spChg chg="add mod">
          <ac:chgData name="Kristopher Galbraith" userId="2d8c3a04-e47e-4fbe-8a9d-0ba2407ee31b" providerId="ADAL" clId="{D7284E7D-48E7-4ACA-B099-1DC7DA0F81BF}" dt="2025-09-15T18:54:20.402" v="85" actId="14100"/>
          <ac:spMkLst>
            <pc:docMk/>
            <pc:sldMk cId="2030273751" sldId="256"/>
            <ac:spMk id="11" creationId="{2833DB43-D41E-B980-2962-A29C8DC3C52A}"/>
          </ac:spMkLst>
        </pc:spChg>
        <pc:spChg chg="add mod">
          <ac:chgData name="Kristopher Galbraith" userId="2d8c3a04-e47e-4fbe-8a9d-0ba2407ee31b" providerId="ADAL" clId="{D7284E7D-48E7-4ACA-B099-1DC7DA0F81BF}" dt="2025-09-15T18:54:25.620" v="86" actId="1076"/>
          <ac:spMkLst>
            <pc:docMk/>
            <pc:sldMk cId="2030273751" sldId="256"/>
            <ac:spMk id="12" creationId="{FC04C220-DD23-CC83-B1D2-AB1922EBBA7F}"/>
          </ac:spMkLst>
        </pc:spChg>
        <pc:spChg chg="add mod">
          <ac:chgData name="Kristopher Galbraith" userId="2d8c3a04-e47e-4fbe-8a9d-0ba2407ee31b" providerId="ADAL" clId="{D7284E7D-48E7-4ACA-B099-1DC7DA0F81BF}" dt="2025-09-15T18:54:16.441" v="84" actId="14100"/>
          <ac:spMkLst>
            <pc:docMk/>
            <pc:sldMk cId="2030273751" sldId="256"/>
            <ac:spMk id="13" creationId="{C108EFD0-0B82-6469-1709-FA5655D787C6}"/>
          </ac:spMkLst>
        </pc:spChg>
        <pc:spChg chg="add mod">
          <ac:chgData name="Kristopher Galbraith" userId="2d8c3a04-e47e-4fbe-8a9d-0ba2407ee31b" providerId="ADAL" clId="{D7284E7D-48E7-4ACA-B099-1DC7DA0F81BF}" dt="2025-09-15T18:54:28.819" v="87" actId="1076"/>
          <ac:spMkLst>
            <pc:docMk/>
            <pc:sldMk cId="2030273751" sldId="256"/>
            <ac:spMk id="14" creationId="{A846B7CF-E7D2-BC5C-2705-E663D974A7E2}"/>
          </ac:spMkLst>
        </pc:spChg>
        <pc:spChg chg="add mod">
          <ac:chgData name="Kristopher Galbraith" userId="2d8c3a04-e47e-4fbe-8a9d-0ba2407ee31b" providerId="ADAL" clId="{D7284E7D-48E7-4ACA-B099-1DC7DA0F81BF}" dt="2025-09-15T21:06:31.096" v="253" actId="1076"/>
          <ac:spMkLst>
            <pc:docMk/>
            <pc:sldMk cId="2030273751" sldId="256"/>
            <ac:spMk id="15" creationId="{12D14BB5-5053-B952-61E5-BD8A6FC3A4AD}"/>
          </ac:spMkLst>
        </pc:spChg>
        <pc:spChg chg="add mod">
          <ac:chgData name="Kristopher Galbraith" userId="2d8c3a04-e47e-4fbe-8a9d-0ba2407ee31b" providerId="ADAL" clId="{D7284E7D-48E7-4ACA-B099-1DC7DA0F81BF}" dt="2025-09-15T21:06:44.474" v="255" actId="1076"/>
          <ac:spMkLst>
            <pc:docMk/>
            <pc:sldMk cId="2030273751" sldId="256"/>
            <ac:spMk id="16" creationId="{98610F23-443B-34BB-F719-A7433A6FF245}"/>
          </ac:spMkLst>
        </pc:spChg>
        <pc:spChg chg="add mod">
          <ac:chgData name="Kristopher Galbraith" userId="2d8c3a04-e47e-4fbe-8a9d-0ba2407ee31b" providerId="ADAL" clId="{D7284E7D-48E7-4ACA-B099-1DC7DA0F81BF}" dt="2025-09-15T21:06:36.395" v="254" actId="1076"/>
          <ac:spMkLst>
            <pc:docMk/>
            <pc:sldMk cId="2030273751" sldId="256"/>
            <ac:spMk id="17" creationId="{5710D559-00D9-D4B5-840E-0929DD1D3752}"/>
          </ac:spMkLst>
        </pc:spChg>
        <pc:spChg chg="add mod">
          <ac:chgData name="Kristopher Galbraith" userId="2d8c3a04-e47e-4fbe-8a9d-0ba2407ee31b" providerId="ADAL" clId="{D7284E7D-48E7-4ACA-B099-1DC7DA0F81BF}" dt="2025-09-15T21:06:48.057" v="256" actId="1076"/>
          <ac:spMkLst>
            <pc:docMk/>
            <pc:sldMk cId="2030273751" sldId="256"/>
            <ac:spMk id="18" creationId="{DDAEC382-88AF-0048-E5CD-7007074237EA}"/>
          </ac:spMkLst>
        </pc:spChg>
        <pc:picChg chg="mod">
          <ac:chgData name="Kristopher Galbraith" userId="2d8c3a04-e47e-4fbe-8a9d-0ba2407ee31b" providerId="ADAL" clId="{D7284E7D-48E7-4ACA-B099-1DC7DA0F81BF}" dt="2025-09-15T21:05:25.748" v="246" actId="14826"/>
          <ac:picMkLst>
            <pc:docMk/>
            <pc:sldMk cId="2030273751" sldId="256"/>
            <ac:picMk id="5" creationId="{743A2118-C1EA-9738-2846-3C4377B4E3E9}"/>
          </ac:picMkLst>
        </pc:picChg>
      </pc:sldChg>
      <pc:sldChg chg="addSp delSp modSp add mod modNotesTx">
        <pc:chgData name="Kristopher Galbraith" userId="2d8c3a04-e47e-4fbe-8a9d-0ba2407ee31b" providerId="ADAL" clId="{D7284E7D-48E7-4ACA-B099-1DC7DA0F81BF}" dt="2025-09-15T21:08:41.106" v="258" actId="1076"/>
        <pc:sldMkLst>
          <pc:docMk/>
          <pc:sldMk cId="2427920272" sldId="257"/>
        </pc:sldMkLst>
        <pc:spChg chg="del">
          <ac:chgData name="Kristopher Galbraith" userId="2d8c3a04-e47e-4fbe-8a9d-0ba2407ee31b" providerId="ADAL" clId="{D7284E7D-48E7-4ACA-B099-1DC7DA0F81BF}" dt="2025-09-15T20:37:53.233" v="123" actId="478"/>
          <ac:spMkLst>
            <pc:docMk/>
            <pc:sldMk cId="2427920272" sldId="257"/>
            <ac:spMk id="7" creationId="{E11EFB32-A07F-0C20-1768-679798DC05DF}"/>
          </ac:spMkLst>
        </pc:spChg>
        <pc:spChg chg="del">
          <ac:chgData name="Kristopher Galbraith" userId="2d8c3a04-e47e-4fbe-8a9d-0ba2407ee31b" providerId="ADAL" clId="{D7284E7D-48E7-4ACA-B099-1DC7DA0F81BF}" dt="2025-09-15T20:38:01.611" v="125" actId="478"/>
          <ac:spMkLst>
            <pc:docMk/>
            <pc:sldMk cId="2427920272" sldId="257"/>
            <ac:spMk id="8" creationId="{0FBB049F-DD35-063D-97D4-94CD16122CCE}"/>
          </ac:spMkLst>
        </pc:spChg>
        <pc:spChg chg="add del mod">
          <ac:chgData name="Kristopher Galbraith" userId="2d8c3a04-e47e-4fbe-8a9d-0ba2407ee31b" providerId="ADAL" clId="{D7284E7D-48E7-4ACA-B099-1DC7DA0F81BF}" dt="2025-09-15T21:08:41.106" v="258" actId="1076"/>
          <ac:spMkLst>
            <pc:docMk/>
            <pc:sldMk cId="2427920272" sldId="257"/>
            <ac:spMk id="9" creationId="{0ACD48EA-BFF4-77F4-FA55-A99720CB1B88}"/>
          </ac:spMkLst>
        </pc:spChg>
        <pc:spChg chg="del mod">
          <ac:chgData name="Kristopher Galbraith" userId="2d8c3a04-e47e-4fbe-8a9d-0ba2407ee31b" providerId="ADAL" clId="{D7284E7D-48E7-4ACA-B099-1DC7DA0F81BF}" dt="2025-09-15T20:38:01.616" v="127"/>
          <ac:spMkLst>
            <pc:docMk/>
            <pc:sldMk cId="2427920272" sldId="257"/>
            <ac:spMk id="10" creationId="{D745A137-8E34-6304-5F1A-13271524487C}"/>
          </ac:spMkLst>
        </pc:spChg>
        <pc:spChg chg="del">
          <ac:chgData name="Kristopher Galbraith" userId="2d8c3a04-e47e-4fbe-8a9d-0ba2407ee31b" providerId="ADAL" clId="{D7284E7D-48E7-4ACA-B099-1DC7DA0F81BF}" dt="2025-09-15T20:38:04.087" v="128" actId="478"/>
          <ac:spMkLst>
            <pc:docMk/>
            <pc:sldMk cId="2427920272" sldId="257"/>
            <ac:spMk id="11" creationId="{4DC40423-CBA8-FBE6-5A90-08F2F5EFF382}"/>
          </ac:spMkLst>
        </pc:spChg>
        <pc:spChg chg="del mod">
          <ac:chgData name="Kristopher Galbraith" userId="2d8c3a04-e47e-4fbe-8a9d-0ba2407ee31b" providerId="ADAL" clId="{D7284E7D-48E7-4ACA-B099-1DC7DA0F81BF}" dt="2025-09-15T20:38:08.537" v="132"/>
          <ac:spMkLst>
            <pc:docMk/>
            <pc:sldMk cId="2427920272" sldId="257"/>
            <ac:spMk id="12" creationId="{181DBDC7-41BC-DE07-E808-2C7211C54066}"/>
          </ac:spMkLst>
        </pc:spChg>
        <pc:spChg chg="del">
          <ac:chgData name="Kristopher Galbraith" userId="2d8c3a04-e47e-4fbe-8a9d-0ba2407ee31b" providerId="ADAL" clId="{D7284E7D-48E7-4ACA-B099-1DC7DA0F81BF}" dt="2025-09-15T20:38:08.530" v="130" actId="478"/>
          <ac:spMkLst>
            <pc:docMk/>
            <pc:sldMk cId="2427920272" sldId="257"/>
            <ac:spMk id="13" creationId="{29CC79DF-1E53-A7BC-FECC-291637CA9D60}"/>
          </ac:spMkLst>
        </pc:spChg>
        <pc:spChg chg="add del mod">
          <ac:chgData name="Kristopher Galbraith" userId="2d8c3a04-e47e-4fbe-8a9d-0ba2407ee31b" providerId="ADAL" clId="{D7284E7D-48E7-4ACA-B099-1DC7DA0F81BF}" dt="2025-09-15T20:39:17.732" v="153" actId="478"/>
          <ac:spMkLst>
            <pc:docMk/>
            <pc:sldMk cId="2427920272" sldId="257"/>
            <ac:spMk id="14" creationId="{4746C5C4-AAD8-5A54-5031-571EA6D55D1A}"/>
          </ac:spMkLst>
        </pc:spChg>
        <pc:spChg chg="del">
          <ac:chgData name="Kristopher Galbraith" userId="2d8c3a04-e47e-4fbe-8a9d-0ba2407ee31b" providerId="ADAL" clId="{D7284E7D-48E7-4ACA-B099-1DC7DA0F81BF}" dt="2025-09-15T20:38:20.588" v="139" actId="478"/>
          <ac:spMkLst>
            <pc:docMk/>
            <pc:sldMk cId="2427920272" sldId="257"/>
            <ac:spMk id="15" creationId="{A3B34B54-34B7-5D35-30C1-FFB6961AD15C}"/>
          </ac:spMkLst>
        </pc:spChg>
        <pc:spChg chg="del mod">
          <ac:chgData name="Kristopher Galbraith" userId="2d8c3a04-e47e-4fbe-8a9d-0ba2407ee31b" providerId="ADAL" clId="{D7284E7D-48E7-4ACA-B099-1DC7DA0F81BF}" dt="2025-09-15T20:38:27.463" v="144"/>
          <ac:spMkLst>
            <pc:docMk/>
            <pc:sldMk cId="2427920272" sldId="257"/>
            <ac:spMk id="16" creationId="{E4F94BB8-8BF7-E760-DF13-AEE183E02681}"/>
          </ac:spMkLst>
        </pc:spChg>
        <pc:spChg chg="del">
          <ac:chgData name="Kristopher Galbraith" userId="2d8c3a04-e47e-4fbe-8a9d-0ba2407ee31b" providerId="ADAL" clId="{D7284E7D-48E7-4ACA-B099-1DC7DA0F81BF}" dt="2025-09-15T20:38:27.462" v="142" actId="478"/>
          <ac:spMkLst>
            <pc:docMk/>
            <pc:sldMk cId="2427920272" sldId="257"/>
            <ac:spMk id="17" creationId="{BB2ACD11-BCE5-9D34-A320-1D9A35B3AC23}"/>
          </ac:spMkLst>
        </pc:spChg>
        <pc:spChg chg="del mod">
          <ac:chgData name="Kristopher Galbraith" userId="2d8c3a04-e47e-4fbe-8a9d-0ba2407ee31b" providerId="ADAL" clId="{D7284E7D-48E7-4ACA-B099-1DC7DA0F81BF}" dt="2025-09-15T20:38:27.464" v="146"/>
          <ac:spMkLst>
            <pc:docMk/>
            <pc:sldMk cId="2427920272" sldId="257"/>
            <ac:spMk id="18" creationId="{FD859094-9BE3-724E-3A00-5747E6BC36F2}"/>
          </ac:spMkLst>
        </pc:spChg>
        <pc:picChg chg="add del mod">
          <ac:chgData name="Kristopher Galbraith" userId="2d8c3a04-e47e-4fbe-8a9d-0ba2407ee31b" providerId="ADAL" clId="{D7284E7D-48E7-4ACA-B099-1DC7DA0F81BF}" dt="2025-09-15T21:08:35.227" v="257" actId="14826"/>
          <ac:picMkLst>
            <pc:docMk/>
            <pc:sldMk cId="2427920272" sldId="257"/>
            <ac:picMk id="5" creationId="{60C0A187-7FAE-AE45-10F5-3BAF0B34869C}"/>
          </ac:picMkLst>
        </pc:picChg>
      </pc:sldChg>
      <pc:sldChg chg="new del">
        <pc:chgData name="Kristopher Galbraith" userId="2d8c3a04-e47e-4fbe-8a9d-0ba2407ee31b" providerId="ADAL" clId="{D7284E7D-48E7-4ACA-B099-1DC7DA0F81BF}" dt="2025-09-15T20:42:24.173" v="174" actId="47"/>
        <pc:sldMkLst>
          <pc:docMk/>
          <pc:sldMk cId="640167518" sldId="258"/>
        </pc:sldMkLst>
      </pc:sldChg>
      <pc:sldChg chg="addSp delSp modSp add mod modNotesTx">
        <pc:chgData name="Kristopher Galbraith" userId="2d8c3a04-e47e-4fbe-8a9d-0ba2407ee31b" providerId="ADAL" clId="{D7284E7D-48E7-4ACA-B099-1DC7DA0F81BF}" dt="2025-09-15T21:16:29.055" v="509" actId="1076"/>
        <pc:sldMkLst>
          <pc:docMk/>
          <pc:sldMk cId="1838129098" sldId="259"/>
        </pc:sldMkLst>
        <pc:spChg chg="add mod topLvl">
          <ac:chgData name="Kristopher Galbraith" userId="2d8c3a04-e47e-4fbe-8a9d-0ba2407ee31b" providerId="ADAL" clId="{D7284E7D-48E7-4ACA-B099-1DC7DA0F81BF}" dt="2025-09-15T21:16:00.967" v="492" actId="1076"/>
          <ac:spMkLst>
            <pc:docMk/>
            <pc:sldMk cId="1838129098" sldId="259"/>
            <ac:spMk id="2" creationId="{FE3672EF-3DAF-C198-9141-FDF246494426}"/>
          </ac:spMkLst>
        </pc:spChg>
        <pc:spChg chg="add mod">
          <ac:chgData name="Kristopher Galbraith" userId="2d8c3a04-e47e-4fbe-8a9d-0ba2407ee31b" providerId="ADAL" clId="{D7284E7D-48E7-4ACA-B099-1DC7DA0F81BF}" dt="2025-09-15T21:16:29.055" v="509" actId="1076"/>
          <ac:spMkLst>
            <pc:docMk/>
            <pc:sldMk cId="1838129098" sldId="259"/>
            <ac:spMk id="3" creationId="{9A8F4913-9D14-11CE-7CD0-FDE51C54D856}"/>
          </ac:spMkLst>
        </pc:spChg>
        <pc:spChg chg="add mod topLvl">
          <ac:chgData name="Kristopher Galbraith" userId="2d8c3a04-e47e-4fbe-8a9d-0ba2407ee31b" providerId="ADAL" clId="{D7284E7D-48E7-4ACA-B099-1DC7DA0F81BF}" dt="2025-09-15T21:16:00.967" v="492" actId="1076"/>
          <ac:spMkLst>
            <pc:docMk/>
            <pc:sldMk cId="1838129098" sldId="259"/>
            <ac:spMk id="4" creationId="{55F31252-F204-60C8-FB1F-4DD70CEEED95}"/>
          </ac:spMkLst>
        </pc:spChg>
        <pc:spChg chg="add mod">
          <ac:chgData name="Kristopher Galbraith" userId="2d8c3a04-e47e-4fbe-8a9d-0ba2407ee31b" providerId="ADAL" clId="{D7284E7D-48E7-4ACA-B099-1DC7DA0F81BF}" dt="2025-09-15T21:16:29.055" v="509" actId="1076"/>
          <ac:spMkLst>
            <pc:docMk/>
            <pc:sldMk cId="1838129098" sldId="259"/>
            <ac:spMk id="6" creationId="{EB222A99-1A52-EE89-5996-96FF2E6428F0}"/>
          </ac:spMkLst>
        </pc:spChg>
        <pc:spChg chg="mod topLvl">
          <ac:chgData name="Kristopher Galbraith" userId="2d8c3a04-e47e-4fbe-8a9d-0ba2407ee31b" providerId="ADAL" clId="{D7284E7D-48E7-4ACA-B099-1DC7DA0F81BF}" dt="2025-09-15T21:16:00.967" v="492" actId="1076"/>
          <ac:spMkLst>
            <pc:docMk/>
            <pc:sldMk cId="1838129098" sldId="259"/>
            <ac:spMk id="7" creationId="{1154C8EF-2181-C5EB-0505-FA6C78C42E85}"/>
          </ac:spMkLst>
        </pc:spChg>
        <pc:spChg chg="mod">
          <ac:chgData name="Kristopher Galbraith" userId="2d8c3a04-e47e-4fbe-8a9d-0ba2407ee31b" providerId="ADAL" clId="{D7284E7D-48E7-4ACA-B099-1DC7DA0F81BF}" dt="2025-09-15T21:16:29.055" v="509" actId="1076"/>
          <ac:spMkLst>
            <pc:docMk/>
            <pc:sldMk cId="1838129098" sldId="259"/>
            <ac:spMk id="8" creationId="{1E107447-00AF-0794-5BDB-B5C886C40847}"/>
          </ac:spMkLst>
        </pc:spChg>
        <pc:spChg chg="mod topLvl">
          <ac:chgData name="Kristopher Galbraith" userId="2d8c3a04-e47e-4fbe-8a9d-0ba2407ee31b" providerId="ADAL" clId="{D7284E7D-48E7-4ACA-B099-1DC7DA0F81BF}" dt="2025-09-15T21:16:00.967" v="492" actId="1076"/>
          <ac:spMkLst>
            <pc:docMk/>
            <pc:sldMk cId="1838129098" sldId="259"/>
            <ac:spMk id="9" creationId="{BB20B77C-AB5A-03CB-D8DA-1A5E8F64A150}"/>
          </ac:spMkLst>
        </pc:spChg>
        <pc:spChg chg="mod">
          <ac:chgData name="Kristopher Galbraith" userId="2d8c3a04-e47e-4fbe-8a9d-0ba2407ee31b" providerId="ADAL" clId="{D7284E7D-48E7-4ACA-B099-1DC7DA0F81BF}" dt="2025-09-15T21:16:29.055" v="509" actId="1076"/>
          <ac:spMkLst>
            <pc:docMk/>
            <pc:sldMk cId="1838129098" sldId="259"/>
            <ac:spMk id="10" creationId="{167DA61D-8CB4-5D76-7A06-103433A298DE}"/>
          </ac:spMkLst>
        </pc:spChg>
        <pc:spChg chg="mod topLvl">
          <ac:chgData name="Kristopher Galbraith" userId="2d8c3a04-e47e-4fbe-8a9d-0ba2407ee31b" providerId="ADAL" clId="{D7284E7D-48E7-4ACA-B099-1DC7DA0F81BF}" dt="2025-09-15T21:16:00.967" v="492" actId="1076"/>
          <ac:spMkLst>
            <pc:docMk/>
            <pc:sldMk cId="1838129098" sldId="259"/>
            <ac:spMk id="11" creationId="{0A6D7683-FE00-C1C6-EE58-D18D58B85268}"/>
          </ac:spMkLst>
        </pc:spChg>
        <pc:spChg chg="mod">
          <ac:chgData name="Kristopher Galbraith" userId="2d8c3a04-e47e-4fbe-8a9d-0ba2407ee31b" providerId="ADAL" clId="{D7284E7D-48E7-4ACA-B099-1DC7DA0F81BF}" dt="2025-09-15T21:16:29.055" v="509" actId="1076"/>
          <ac:spMkLst>
            <pc:docMk/>
            <pc:sldMk cId="1838129098" sldId="259"/>
            <ac:spMk id="12" creationId="{60A86629-EEE5-FC0A-0F80-BB58BCCCBBAC}"/>
          </ac:spMkLst>
        </pc:spChg>
        <pc:spChg chg="mod topLvl">
          <ac:chgData name="Kristopher Galbraith" userId="2d8c3a04-e47e-4fbe-8a9d-0ba2407ee31b" providerId="ADAL" clId="{D7284E7D-48E7-4ACA-B099-1DC7DA0F81BF}" dt="2025-09-15T21:16:00.967" v="492" actId="1076"/>
          <ac:spMkLst>
            <pc:docMk/>
            <pc:sldMk cId="1838129098" sldId="259"/>
            <ac:spMk id="13" creationId="{87F319DB-E90A-F9AB-1273-9B6163824C75}"/>
          </ac:spMkLst>
        </pc:spChg>
        <pc:spChg chg="mod">
          <ac:chgData name="Kristopher Galbraith" userId="2d8c3a04-e47e-4fbe-8a9d-0ba2407ee31b" providerId="ADAL" clId="{D7284E7D-48E7-4ACA-B099-1DC7DA0F81BF}" dt="2025-09-15T21:16:29.055" v="509" actId="1076"/>
          <ac:spMkLst>
            <pc:docMk/>
            <pc:sldMk cId="1838129098" sldId="259"/>
            <ac:spMk id="14" creationId="{AF8F806A-6581-ADA4-02E1-7E8FF39629F0}"/>
          </ac:spMkLst>
        </pc:spChg>
        <pc:spChg chg="mod topLvl">
          <ac:chgData name="Kristopher Galbraith" userId="2d8c3a04-e47e-4fbe-8a9d-0ba2407ee31b" providerId="ADAL" clId="{D7284E7D-48E7-4ACA-B099-1DC7DA0F81BF}" dt="2025-09-15T21:16:00.967" v="492" actId="1076"/>
          <ac:spMkLst>
            <pc:docMk/>
            <pc:sldMk cId="1838129098" sldId="259"/>
            <ac:spMk id="15" creationId="{788F1A68-DAEC-8C35-0014-46C58CD04C8A}"/>
          </ac:spMkLst>
        </pc:spChg>
        <pc:spChg chg="mod">
          <ac:chgData name="Kristopher Galbraith" userId="2d8c3a04-e47e-4fbe-8a9d-0ba2407ee31b" providerId="ADAL" clId="{D7284E7D-48E7-4ACA-B099-1DC7DA0F81BF}" dt="2025-09-15T21:16:29.055" v="509" actId="1076"/>
          <ac:spMkLst>
            <pc:docMk/>
            <pc:sldMk cId="1838129098" sldId="259"/>
            <ac:spMk id="16" creationId="{BE2F7F57-2BC2-C81B-B04C-65FF5E1E8AEF}"/>
          </ac:spMkLst>
        </pc:spChg>
        <pc:spChg chg="mod topLvl">
          <ac:chgData name="Kristopher Galbraith" userId="2d8c3a04-e47e-4fbe-8a9d-0ba2407ee31b" providerId="ADAL" clId="{D7284E7D-48E7-4ACA-B099-1DC7DA0F81BF}" dt="2025-09-15T21:16:00.967" v="492" actId="1076"/>
          <ac:spMkLst>
            <pc:docMk/>
            <pc:sldMk cId="1838129098" sldId="259"/>
            <ac:spMk id="17" creationId="{DC3D1C54-23C5-BAF7-DF50-16DF8B60CF66}"/>
          </ac:spMkLst>
        </pc:spChg>
        <pc:spChg chg="mod">
          <ac:chgData name="Kristopher Galbraith" userId="2d8c3a04-e47e-4fbe-8a9d-0ba2407ee31b" providerId="ADAL" clId="{D7284E7D-48E7-4ACA-B099-1DC7DA0F81BF}" dt="2025-09-15T21:16:29.055" v="509" actId="1076"/>
          <ac:spMkLst>
            <pc:docMk/>
            <pc:sldMk cId="1838129098" sldId="259"/>
            <ac:spMk id="18" creationId="{5DDFC490-0EB6-E706-0A7A-D4107B4CBEF6}"/>
          </ac:spMkLst>
        </pc:spChg>
        <pc:grpChg chg="add del mod">
          <ac:chgData name="Kristopher Galbraith" userId="2d8c3a04-e47e-4fbe-8a9d-0ba2407ee31b" providerId="ADAL" clId="{D7284E7D-48E7-4ACA-B099-1DC7DA0F81BF}" dt="2025-09-15T21:14:38.499" v="461" actId="165"/>
          <ac:grpSpMkLst>
            <pc:docMk/>
            <pc:sldMk cId="1838129098" sldId="259"/>
            <ac:grpSpMk id="19" creationId="{F1C15384-8E0E-C530-31D3-0A9787CA580C}"/>
          </ac:grpSpMkLst>
        </pc:grpChg>
        <pc:picChg chg="mod topLvl modCrop">
          <ac:chgData name="Kristopher Galbraith" userId="2d8c3a04-e47e-4fbe-8a9d-0ba2407ee31b" providerId="ADAL" clId="{D7284E7D-48E7-4ACA-B099-1DC7DA0F81BF}" dt="2025-09-15T21:14:38.499" v="461" actId="165"/>
          <ac:picMkLst>
            <pc:docMk/>
            <pc:sldMk cId="1838129098" sldId="259"/>
            <ac:picMk id="5" creationId="{DADB91F5-08C6-5411-5BB7-3FFB52573AC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87E608-D9C6-4B3C-A9A4-BEAD08ECA06D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4397DF-5812-45E4-B5F0-BF2AEB9BFE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101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Unmarked:  /docs/studio/assets/user/home-page.png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Marked:  /docs/studio/assets/user/home-page-breakdown.png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397DF-5812-45E4-B5F0-BF2AEB9BFE4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862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EA0ED-EDA5-82D0-C639-68C32B226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79839F-09B4-DAEF-BBBF-7B3A726150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D2FC99-FEAC-3FF2-8C7D-EBE36A52CB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Marked:  /docs/studio/assets/user/home-page-goto-projects.png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5CDCCC-DA03-7386-0F43-F9C0C04216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397DF-5812-45E4-B5F0-BF2AEB9BFE4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0722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F8CCC-85E7-E541-D207-44AB75BBF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A3F42E-270A-CAE6-FD64-57CC8EEF4D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B4E849-83F3-5BAA-2AE0-2BD50E0736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Marked:  /docs/studio/assets/user/home-page-breakdown.png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411C52-1906-5CA3-39DF-3A91B88BD1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397DF-5812-45E4-B5F0-BF2AEB9BFE4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4235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062F5-04E3-116F-E016-272A7F8B59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17E573-DDD7-7606-0040-F0D6C25979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CEE010-F3D2-F88C-10ED-BA8D9DD6E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1CDF3-A1FB-4215-9C3B-B36887AAFAD2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F26430-E154-257F-6A5F-17B96C049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EB0868-08F7-4D2F-54FE-CB92B5005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B8CE2-96F8-4C11-AFA1-EC9513AF1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765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47B73-FA32-BAAE-3D2C-7C1653D53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B0885E-3360-1B29-E348-A818AE49B6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3F9059-0CBD-DFF8-800E-C76655EBC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1CDF3-A1FB-4215-9C3B-B36887AAFAD2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AC3CDF-ED62-A1C2-0D40-C09191272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645647-3808-F9F2-025F-D5FF45773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B8CE2-96F8-4C11-AFA1-EC9513AF1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802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1C463-5ECE-96FA-F636-DB5170116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EFA1A9-8C3A-C769-B529-50D53070FD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B89F0A-9248-658B-0FB2-FE88A0CFC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1CDF3-A1FB-4215-9C3B-B36887AAFAD2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BBD3EC-9011-B250-E52B-337AE27A7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83D60E-7445-C6F4-2A76-2BD30560F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B8CE2-96F8-4C11-AFA1-EC9513AF1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178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DA19E-25E2-6EDB-D81D-87CE076EB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A4FC7B-352B-37F1-D8C5-1C3FAD0C93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B25FBF-D236-CEA0-5BBE-1AE78B4032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BD327D-E5B7-8568-4FAC-1F6B99537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1CDF3-A1FB-4215-9C3B-B36887AAFAD2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CCB19E-F06E-083E-69CD-48429C9D6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FCD9FF-C6BE-89FB-BD76-F65FF14C5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B8CE2-96F8-4C11-AFA1-EC9513AF1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967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7C52E-51BD-D00C-E9D3-07A9124DF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D5DC58-AEB2-CDDD-BFF4-793931F16E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2076BC-9489-7BA2-6789-AB99C07448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0AC733-14E5-54E3-E430-B149614200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971312-21F4-038B-4308-834C7FF2E0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A93BEF-5922-C6A3-F6CE-E6019B724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1CDF3-A1FB-4215-9C3B-B36887AAFAD2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58BE00-9709-AB9F-8AD2-072085114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BD88BF-72EB-BB30-6ECE-D00B98727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B8CE2-96F8-4C11-AFA1-EC9513AF1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8124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B5272-66A0-CB99-9E84-62AC6A682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1065F1-0530-F56F-5F8D-8E1621EA7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1CDF3-A1FB-4215-9C3B-B36887AAFAD2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47BE1C-9750-8B2A-6AAB-70B807712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021744-7CE6-F431-AA14-FEEEF870B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B8CE2-96F8-4C11-AFA1-EC9513AF1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892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1A0C6D-9202-6143-9DE2-B34A3D08E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1CDF3-A1FB-4215-9C3B-B36887AAFAD2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5A71F9-BB24-BAFB-812E-743628793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AFAC12-D23F-16A4-26B4-FDAB0BDE7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B8CE2-96F8-4C11-AFA1-EC9513AF1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137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2E67C-769D-820C-0EE8-127BE78FA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C3A8D-BE52-FDFF-86EE-8DDAA3DD46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DF49C0-26AB-50BC-4EFE-77D8F4C16C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FABE6A-0C37-3E9F-32BD-3041F2B12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1CDF3-A1FB-4215-9C3B-B36887AAFAD2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D68B04-DE7D-B41A-D1B1-7B6843DB6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4DB1DB-5A96-2AB1-555C-744E04D36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B8CE2-96F8-4C11-AFA1-EC9513AF1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764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243DC-16C9-BF52-40FE-EE0420EF8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059B51-BF32-4A6F-EE23-07BC1257DA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D21F26-363D-D543-0E00-4DD85FDE6C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2221B3-F711-0E2B-844D-A8FF50F41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1CDF3-A1FB-4215-9C3B-B36887AAFAD2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F98CED-D901-130C-A73A-CFCD44CCF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A64A86-DA24-4EAB-AB49-500ACD901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B8CE2-96F8-4C11-AFA1-EC9513AF1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01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B515D-D6A2-ADB9-C614-827343D42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2EA116-8EEC-0888-0A27-D036BE938F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E5FD94-64AB-D697-7810-3ADA08163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1CDF3-A1FB-4215-9C3B-B36887AAFAD2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C4FA3B-E173-E0EF-9C3D-5660BAF7A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B49D0A-CB66-5515-5E4F-5C8B727A0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B8CE2-96F8-4C11-AFA1-EC9513AF1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815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C6128C-2857-DAB1-D61D-D8B3633F71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333256-A1DC-59EF-C125-E2A16A8342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BA4CBD-7703-1613-13A5-9DA1C5FA8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1CDF3-A1FB-4215-9C3B-B36887AAFAD2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33F43E-FA3A-0F58-A7BF-E20EEC6B3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E62E19-A0C0-131B-7C05-D41882FA4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B8CE2-96F8-4C11-AFA1-EC9513AF1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535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20C794-761C-AEE4-7AED-036E5C487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53BF7C-11F4-50CB-94F5-3071091977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0CCA8E-64BA-825E-1242-AD45D41DEC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41CDF3-A1FB-4215-9C3B-B36887AAFAD2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CDB9BD-9E5E-0650-61AA-A9BC92B210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D68002-53FC-C37E-C804-FFBED5F9FA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3B8CE2-96F8-4C11-AFA1-EC9513AF1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987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43A2118-C1EA-9738-2846-3C4377B4E3E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16272" y="290074"/>
            <a:ext cx="9559454" cy="627785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A08FA56-6667-2FEB-DFC0-5795598FD922}"/>
              </a:ext>
            </a:extLst>
          </p:cNvPr>
          <p:cNvSpPr/>
          <p:nvPr/>
        </p:nvSpPr>
        <p:spPr>
          <a:xfrm>
            <a:off x="1256565" y="226337"/>
            <a:ext cx="9687660" cy="43456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1E6C77-DB95-5CB9-F5BE-10B04E4B3331}"/>
              </a:ext>
            </a:extLst>
          </p:cNvPr>
          <p:cNvSpPr txBox="1"/>
          <p:nvPr/>
        </p:nvSpPr>
        <p:spPr>
          <a:xfrm>
            <a:off x="948467" y="20125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D48391C-EA04-C850-11E2-9DD29AEEAAE8}"/>
              </a:ext>
            </a:extLst>
          </p:cNvPr>
          <p:cNvSpPr/>
          <p:nvPr/>
        </p:nvSpPr>
        <p:spPr>
          <a:xfrm>
            <a:off x="4267955" y="151078"/>
            <a:ext cx="1494670" cy="53490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E39D9C-5B4D-15B1-CE5E-940082C00152}"/>
              </a:ext>
            </a:extLst>
          </p:cNvPr>
          <p:cNvSpPr txBox="1"/>
          <p:nvPr/>
        </p:nvSpPr>
        <p:spPr>
          <a:xfrm>
            <a:off x="3959857" y="20125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33DB43-D41E-B980-2962-A29C8DC3C52A}"/>
              </a:ext>
            </a:extLst>
          </p:cNvPr>
          <p:cNvSpPr/>
          <p:nvPr/>
        </p:nvSpPr>
        <p:spPr>
          <a:xfrm>
            <a:off x="2017988" y="774810"/>
            <a:ext cx="4726844" cy="115357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C04C220-DD23-CC83-B1D2-AB1922EBBA7F}"/>
              </a:ext>
            </a:extLst>
          </p:cNvPr>
          <p:cNvSpPr txBox="1"/>
          <p:nvPr/>
        </p:nvSpPr>
        <p:spPr>
          <a:xfrm>
            <a:off x="1709890" y="77481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108EFD0-0B82-6469-1709-FA5655D787C6}"/>
              </a:ext>
            </a:extLst>
          </p:cNvPr>
          <p:cNvSpPr/>
          <p:nvPr/>
        </p:nvSpPr>
        <p:spPr>
          <a:xfrm>
            <a:off x="2017988" y="1992124"/>
            <a:ext cx="4726843" cy="16021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846B7CF-E7D2-BC5C-2705-E663D974A7E2}"/>
              </a:ext>
            </a:extLst>
          </p:cNvPr>
          <p:cNvSpPr txBox="1"/>
          <p:nvPr/>
        </p:nvSpPr>
        <p:spPr>
          <a:xfrm>
            <a:off x="1709890" y="199212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2D14BB5-5053-B952-61E5-BD8A6FC3A4AD}"/>
              </a:ext>
            </a:extLst>
          </p:cNvPr>
          <p:cNvSpPr/>
          <p:nvPr/>
        </p:nvSpPr>
        <p:spPr>
          <a:xfrm>
            <a:off x="6835251" y="774810"/>
            <a:ext cx="3308907" cy="120637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610F23-443B-34BB-F719-A7433A6FF245}"/>
              </a:ext>
            </a:extLst>
          </p:cNvPr>
          <p:cNvSpPr txBox="1"/>
          <p:nvPr/>
        </p:nvSpPr>
        <p:spPr>
          <a:xfrm>
            <a:off x="10109018" y="70246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710D559-00D9-D4B5-840E-0929DD1D3752}"/>
              </a:ext>
            </a:extLst>
          </p:cNvPr>
          <p:cNvSpPr/>
          <p:nvPr/>
        </p:nvSpPr>
        <p:spPr>
          <a:xfrm>
            <a:off x="6835250" y="2044924"/>
            <a:ext cx="3308907" cy="401639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DAEC382-88AF-0048-E5CD-7007074237EA}"/>
              </a:ext>
            </a:extLst>
          </p:cNvPr>
          <p:cNvSpPr txBox="1"/>
          <p:nvPr/>
        </p:nvSpPr>
        <p:spPr>
          <a:xfrm>
            <a:off x="10144157" y="198118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030273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C15F3-1C36-3169-7045-1C0AB65E9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0C0A187-7FAE-AE45-10F5-3BAF0B34869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16272" y="290074"/>
            <a:ext cx="9559455" cy="627785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ACD48EA-BFF4-77F4-FA55-A99720CB1B88}"/>
              </a:ext>
            </a:extLst>
          </p:cNvPr>
          <p:cNvSpPr/>
          <p:nvPr/>
        </p:nvSpPr>
        <p:spPr>
          <a:xfrm>
            <a:off x="4239380" y="176164"/>
            <a:ext cx="1567758" cy="53490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4279202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9E48C-9048-EDE2-981B-D5B27D232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1E107447-00AF-0794-5BDB-B5C886C40847}"/>
              </a:ext>
            </a:extLst>
          </p:cNvPr>
          <p:cNvSpPr txBox="1"/>
          <p:nvPr/>
        </p:nvSpPr>
        <p:spPr>
          <a:xfrm>
            <a:off x="1247106" y="61200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7DA61D-8CB4-5D76-7A06-103433A298DE}"/>
              </a:ext>
            </a:extLst>
          </p:cNvPr>
          <p:cNvSpPr txBox="1"/>
          <p:nvPr/>
        </p:nvSpPr>
        <p:spPr>
          <a:xfrm>
            <a:off x="1956074" y="61200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A86629-EEE5-FC0A-0F80-BB58BCCCBBAC}"/>
              </a:ext>
            </a:extLst>
          </p:cNvPr>
          <p:cNvSpPr txBox="1"/>
          <p:nvPr/>
        </p:nvSpPr>
        <p:spPr>
          <a:xfrm>
            <a:off x="4104990" y="61200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F8F806A-6581-ADA4-02E1-7E8FF39629F0}"/>
              </a:ext>
            </a:extLst>
          </p:cNvPr>
          <p:cNvSpPr txBox="1"/>
          <p:nvPr/>
        </p:nvSpPr>
        <p:spPr>
          <a:xfrm>
            <a:off x="7592852" y="61200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E2F7F57-2BC2-C81B-B04C-65FF5E1E8AEF}"/>
              </a:ext>
            </a:extLst>
          </p:cNvPr>
          <p:cNvSpPr txBox="1"/>
          <p:nvPr/>
        </p:nvSpPr>
        <p:spPr>
          <a:xfrm>
            <a:off x="9254275" y="61200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DDFC490-0EB6-E706-0A7A-D4107B4CBEF6}"/>
              </a:ext>
            </a:extLst>
          </p:cNvPr>
          <p:cNvSpPr txBox="1"/>
          <p:nvPr/>
        </p:nvSpPr>
        <p:spPr>
          <a:xfrm>
            <a:off x="9741768" y="612000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8F4913-9D14-11CE-7CD0-FDE51C54D856}"/>
              </a:ext>
            </a:extLst>
          </p:cNvPr>
          <p:cNvSpPr txBox="1"/>
          <p:nvPr/>
        </p:nvSpPr>
        <p:spPr>
          <a:xfrm>
            <a:off x="10100763" y="612000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7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DB91F5-08C6-5411-5BB7-3FFB52573ACF}"/>
              </a:ext>
            </a:extLst>
          </p:cNvPr>
          <p:cNvPicPr preferRelativeResize="0"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72" b="94976"/>
          <a:stretch>
            <a:fillRect/>
          </a:stretch>
        </p:blipFill>
        <p:spPr>
          <a:xfrm>
            <a:off x="1309019" y="290074"/>
            <a:ext cx="9573961" cy="3204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154C8EF-2181-C5EB-0505-FA6C78C42E85}"/>
              </a:ext>
            </a:extLst>
          </p:cNvPr>
          <p:cNvSpPr/>
          <p:nvPr/>
        </p:nvSpPr>
        <p:spPr>
          <a:xfrm>
            <a:off x="1347788" y="216000"/>
            <a:ext cx="508172" cy="432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20B77C-AB5A-03CB-D8DA-1A5E8F64A150}"/>
              </a:ext>
            </a:extLst>
          </p:cNvPr>
          <p:cNvSpPr/>
          <p:nvPr/>
        </p:nvSpPr>
        <p:spPr>
          <a:xfrm>
            <a:off x="2057400" y="216000"/>
            <a:ext cx="381000" cy="432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A6D7683-FE00-C1C6-EE58-D18D58B85268}"/>
              </a:ext>
            </a:extLst>
          </p:cNvPr>
          <p:cNvSpPr/>
          <p:nvPr/>
        </p:nvSpPr>
        <p:spPr>
          <a:xfrm>
            <a:off x="4209764" y="216000"/>
            <a:ext cx="1538243" cy="432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7F319DB-E90A-F9AB-1273-9B6163824C75}"/>
              </a:ext>
            </a:extLst>
          </p:cNvPr>
          <p:cNvSpPr/>
          <p:nvPr/>
        </p:nvSpPr>
        <p:spPr>
          <a:xfrm>
            <a:off x="7707041" y="216000"/>
            <a:ext cx="1495426" cy="432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88F1A68-DAEC-8C35-0014-46C58CD04C8A}"/>
              </a:ext>
            </a:extLst>
          </p:cNvPr>
          <p:cNvSpPr/>
          <p:nvPr/>
        </p:nvSpPr>
        <p:spPr>
          <a:xfrm>
            <a:off x="9316656" y="216000"/>
            <a:ext cx="457200" cy="432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C3D1C54-23C5-BAF7-DF50-16DF8B60CF66}"/>
              </a:ext>
            </a:extLst>
          </p:cNvPr>
          <p:cNvSpPr/>
          <p:nvPr/>
        </p:nvSpPr>
        <p:spPr>
          <a:xfrm>
            <a:off x="9848507" y="216000"/>
            <a:ext cx="286093" cy="432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E3672EF-3DAF-C198-9141-FDF246494426}"/>
              </a:ext>
            </a:extLst>
          </p:cNvPr>
          <p:cNvSpPr/>
          <p:nvPr/>
        </p:nvSpPr>
        <p:spPr>
          <a:xfrm>
            <a:off x="10215520" y="216000"/>
            <a:ext cx="286213" cy="432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5F31252-F204-60C8-FB1F-4DD70CEEED95}"/>
              </a:ext>
            </a:extLst>
          </p:cNvPr>
          <p:cNvSpPr/>
          <p:nvPr/>
        </p:nvSpPr>
        <p:spPr>
          <a:xfrm>
            <a:off x="10596767" y="216000"/>
            <a:ext cx="286213" cy="432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222A99-1A52-EE89-5996-96FF2E6428F0}"/>
              </a:ext>
            </a:extLst>
          </p:cNvPr>
          <p:cNvSpPr txBox="1"/>
          <p:nvPr/>
        </p:nvSpPr>
        <p:spPr>
          <a:xfrm>
            <a:off x="10512490" y="612000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8381290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</TotalTime>
  <Words>73</Words>
  <Application>Microsoft Office PowerPoint</Application>
  <PresentationFormat>Widescreen</PresentationFormat>
  <Paragraphs>21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Kristopher Galbraith</dc:creator>
  <cp:lastModifiedBy>Kristopher Galbraith</cp:lastModifiedBy>
  <cp:revision>1</cp:revision>
  <dcterms:created xsi:type="dcterms:W3CDTF">2025-09-15T17:56:42Z</dcterms:created>
  <dcterms:modified xsi:type="dcterms:W3CDTF">2025-09-15T21:16:34Z</dcterms:modified>
</cp:coreProperties>
</file>