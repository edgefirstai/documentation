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4" r:id="rId2"/>
    <p:sldId id="265" r:id="rId3"/>
    <p:sldId id="267" r:id="rId4"/>
    <p:sldId id="266" r:id="rId5"/>
    <p:sldId id="261" r:id="rId6"/>
    <p:sldId id="256" r:id="rId7"/>
    <p:sldId id="257" r:id="rId8"/>
    <p:sldId id="259" r:id="rId9"/>
    <p:sldId id="268" r:id="rId10"/>
    <p:sldId id="269" r:id="rId11"/>
    <p:sldId id="270" r:id="rId12"/>
    <p:sldId id="271" r:id="rId13"/>
    <p:sldId id="272" r:id="rId14"/>
    <p:sldId id="273" r:id="rId15"/>
    <p:sldId id="262" r:id="rId16"/>
    <p:sldId id="26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ify Email" id="{A2088BEF-74F3-42A9-A2C1-EBED34B9363D}">
          <p14:sldIdLst>
            <p14:sldId id="264"/>
            <p14:sldId id="265"/>
          </p14:sldIdLst>
        </p14:section>
        <p14:section name="Login Page" id="{8AB4A417-FB6B-4774-A7CF-EF4461F143C1}">
          <p14:sldIdLst>
            <p14:sldId id="267"/>
            <p14:sldId id="266"/>
          </p14:sldIdLst>
        </p14:section>
        <p14:section name="Home Page and Variants" id="{9EE3B63E-DA1C-47B6-82D6-E79847A08A80}">
          <p14:sldIdLst>
            <p14:sldId id="261"/>
            <p14:sldId id="256"/>
            <p14:sldId id="257"/>
            <p14:sldId id="259"/>
          </p14:sldIdLst>
        </p14:section>
        <p14:section name="Projects" id="{03FB2B58-827B-48C9-AD77-448ACF3B58C4}">
          <p14:sldIdLst>
            <p14:sldId id="268"/>
            <p14:sldId id="269"/>
          </p14:sldIdLst>
        </p14:section>
        <p14:section name="Create Project" id="{80E44758-F3E7-4183-870E-68AD10FB3027}">
          <p14:sldIdLst>
            <p14:sldId id="270"/>
            <p14:sldId id="271"/>
          </p14:sldIdLst>
        </p14:section>
        <p14:section name="Created Project" id="{AE4F5735-EF9D-4838-BC43-12C85FD3DA56}">
          <p14:sldIdLst>
            <p14:sldId id="272"/>
            <p14:sldId id="273"/>
          </p14:sldIdLst>
        </p14:section>
        <p14:section name="Dataset Gallery" id="{69866AF7-968C-4F26-9ECA-AA64F6FFB6E8}">
          <p14:sldIdLst>
            <p14:sldId id="262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8B83CA-EB94-40E4-B967-BE475437E682}" v="25" dt="2025-09-15T21:14:38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847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pher Galbraith" userId="2d8c3a04-e47e-4fbe-8a9d-0ba2407ee31b" providerId="ADAL" clId="{D7284E7D-48E7-4ACA-B099-1DC7DA0F81BF}"/>
    <pc:docChg chg="undo custSel addSld delSld modSld addSection modSection">
      <pc:chgData name="Kristopher Galbraith" userId="2d8c3a04-e47e-4fbe-8a9d-0ba2407ee31b" providerId="ADAL" clId="{D7284E7D-48E7-4ACA-B099-1DC7DA0F81BF}" dt="2025-09-15T21:16:29.055" v="509" actId="1076"/>
      <pc:docMkLst>
        <pc:docMk/>
      </pc:docMkLst>
      <pc:sldChg chg="addSp delSp modSp mod modNotesTx">
        <pc:chgData name="Kristopher Galbraith" userId="2d8c3a04-e47e-4fbe-8a9d-0ba2407ee31b" providerId="ADAL" clId="{D7284E7D-48E7-4ACA-B099-1DC7DA0F81BF}" dt="2025-09-15T21:06:48.057" v="256" actId="1076"/>
        <pc:sldMkLst>
          <pc:docMk/>
          <pc:sldMk cId="2030273751" sldId="256"/>
        </pc:sldMkLst>
        <pc:spChg chg="add del mod">
          <ac:chgData name="Kristopher Galbraith" userId="2d8c3a04-e47e-4fbe-8a9d-0ba2407ee31b" providerId="ADAL" clId="{D7284E7D-48E7-4ACA-B099-1DC7DA0F81BF}" dt="2025-09-15T18:18:51.017" v="39"/>
          <ac:spMkLst>
            <pc:docMk/>
            <pc:sldMk cId="2030273751" sldId="256"/>
            <ac:spMk id="6" creationId="{66934C1C-61B4-2DD3-F34E-AD36ACF82AF8}"/>
          </ac:spMkLst>
        </pc:spChg>
        <pc:spChg chg="add mod">
          <ac:chgData name="Kristopher Galbraith" userId="2d8c3a04-e47e-4fbe-8a9d-0ba2407ee31b" providerId="ADAL" clId="{D7284E7D-48E7-4ACA-B099-1DC7DA0F81BF}" dt="2025-09-15T21:06:08.399" v="250" actId="14100"/>
          <ac:spMkLst>
            <pc:docMk/>
            <pc:sldMk cId="2030273751" sldId="256"/>
            <ac:spMk id="7" creationId="{7A08FA56-6667-2FEB-DFC0-5795598FD922}"/>
          </ac:spMkLst>
        </pc:spChg>
        <pc:spChg chg="add mod">
          <ac:chgData name="Kristopher Galbraith" userId="2d8c3a04-e47e-4fbe-8a9d-0ba2407ee31b" providerId="ADAL" clId="{D7284E7D-48E7-4ACA-B099-1DC7DA0F81BF}" dt="2025-09-15T21:06:19.480" v="252" actId="1076"/>
          <ac:spMkLst>
            <pc:docMk/>
            <pc:sldMk cId="2030273751" sldId="256"/>
            <ac:spMk id="8" creationId="{9B1E6C77-DB95-5CB9-F5BE-10B04E4B3331}"/>
          </ac:spMkLst>
        </pc:spChg>
        <pc:spChg chg="add mod">
          <ac:chgData name="Kristopher Galbraith" userId="2d8c3a04-e47e-4fbe-8a9d-0ba2407ee31b" providerId="ADAL" clId="{D7284E7D-48E7-4ACA-B099-1DC7DA0F81BF}" dt="2025-09-15T21:05:56.490" v="248" actId="14100"/>
          <ac:spMkLst>
            <pc:docMk/>
            <pc:sldMk cId="2030273751" sldId="256"/>
            <ac:spMk id="9" creationId="{6D48391C-EA04-C850-11E2-9DD29AEEAAE8}"/>
          </ac:spMkLst>
        </pc:spChg>
        <pc:spChg chg="add mod">
          <ac:chgData name="Kristopher Galbraith" userId="2d8c3a04-e47e-4fbe-8a9d-0ba2407ee31b" providerId="ADAL" clId="{D7284E7D-48E7-4ACA-B099-1DC7DA0F81BF}" dt="2025-09-15T21:06:14.929" v="251" actId="1076"/>
          <ac:spMkLst>
            <pc:docMk/>
            <pc:sldMk cId="2030273751" sldId="256"/>
            <ac:spMk id="10" creationId="{79E39D9C-5B4D-15B1-CE5E-940082C00152}"/>
          </ac:spMkLst>
        </pc:spChg>
        <pc:spChg chg="add mod">
          <ac:chgData name="Kristopher Galbraith" userId="2d8c3a04-e47e-4fbe-8a9d-0ba2407ee31b" providerId="ADAL" clId="{D7284E7D-48E7-4ACA-B099-1DC7DA0F81BF}" dt="2025-09-15T18:54:20.402" v="85" actId="14100"/>
          <ac:spMkLst>
            <pc:docMk/>
            <pc:sldMk cId="2030273751" sldId="256"/>
            <ac:spMk id="11" creationId="{2833DB43-D41E-B980-2962-A29C8DC3C52A}"/>
          </ac:spMkLst>
        </pc:spChg>
        <pc:spChg chg="add mod">
          <ac:chgData name="Kristopher Galbraith" userId="2d8c3a04-e47e-4fbe-8a9d-0ba2407ee31b" providerId="ADAL" clId="{D7284E7D-48E7-4ACA-B099-1DC7DA0F81BF}" dt="2025-09-15T18:54:25.620" v="86" actId="1076"/>
          <ac:spMkLst>
            <pc:docMk/>
            <pc:sldMk cId="2030273751" sldId="256"/>
            <ac:spMk id="12" creationId="{FC04C220-DD23-CC83-B1D2-AB1922EBBA7F}"/>
          </ac:spMkLst>
        </pc:spChg>
        <pc:spChg chg="add mod">
          <ac:chgData name="Kristopher Galbraith" userId="2d8c3a04-e47e-4fbe-8a9d-0ba2407ee31b" providerId="ADAL" clId="{D7284E7D-48E7-4ACA-B099-1DC7DA0F81BF}" dt="2025-09-15T18:54:16.441" v="84" actId="14100"/>
          <ac:spMkLst>
            <pc:docMk/>
            <pc:sldMk cId="2030273751" sldId="256"/>
            <ac:spMk id="13" creationId="{C108EFD0-0B82-6469-1709-FA5655D787C6}"/>
          </ac:spMkLst>
        </pc:spChg>
        <pc:spChg chg="add mod">
          <ac:chgData name="Kristopher Galbraith" userId="2d8c3a04-e47e-4fbe-8a9d-0ba2407ee31b" providerId="ADAL" clId="{D7284E7D-48E7-4ACA-B099-1DC7DA0F81BF}" dt="2025-09-15T18:54:28.819" v="87" actId="1076"/>
          <ac:spMkLst>
            <pc:docMk/>
            <pc:sldMk cId="2030273751" sldId="256"/>
            <ac:spMk id="14" creationId="{A846B7CF-E7D2-BC5C-2705-E663D974A7E2}"/>
          </ac:spMkLst>
        </pc:spChg>
        <pc:spChg chg="add mod">
          <ac:chgData name="Kristopher Galbraith" userId="2d8c3a04-e47e-4fbe-8a9d-0ba2407ee31b" providerId="ADAL" clId="{D7284E7D-48E7-4ACA-B099-1DC7DA0F81BF}" dt="2025-09-15T21:06:31.096" v="253" actId="1076"/>
          <ac:spMkLst>
            <pc:docMk/>
            <pc:sldMk cId="2030273751" sldId="256"/>
            <ac:spMk id="15" creationId="{12D14BB5-5053-B952-61E5-BD8A6FC3A4AD}"/>
          </ac:spMkLst>
        </pc:spChg>
        <pc:spChg chg="add mod">
          <ac:chgData name="Kristopher Galbraith" userId="2d8c3a04-e47e-4fbe-8a9d-0ba2407ee31b" providerId="ADAL" clId="{D7284E7D-48E7-4ACA-B099-1DC7DA0F81BF}" dt="2025-09-15T21:06:44.474" v="255" actId="1076"/>
          <ac:spMkLst>
            <pc:docMk/>
            <pc:sldMk cId="2030273751" sldId="256"/>
            <ac:spMk id="16" creationId="{98610F23-443B-34BB-F719-A7433A6FF245}"/>
          </ac:spMkLst>
        </pc:spChg>
        <pc:spChg chg="add mod">
          <ac:chgData name="Kristopher Galbraith" userId="2d8c3a04-e47e-4fbe-8a9d-0ba2407ee31b" providerId="ADAL" clId="{D7284E7D-48E7-4ACA-B099-1DC7DA0F81BF}" dt="2025-09-15T21:06:36.395" v="254" actId="1076"/>
          <ac:spMkLst>
            <pc:docMk/>
            <pc:sldMk cId="2030273751" sldId="256"/>
            <ac:spMk id="17" creationId="{5710D559-00D9-D4B5-840E-0929DD1D3752}"/>
          </ac:spMkLst>
        </pc:spChg>
        <pc:spChg chg="add mod">
          <ac:chgData name="Kristopher Galbraith" userId="2d8c3a04-e47e-4fbe-8a9d-0ba2407ee31b" providerId="ADAL" clId="{D7284E7D-48E7-4ACA-B099-1DC7DA0F81BF}" dt="2025-09-15T21:06:48.057" v="256" actId="1076"/>
          <ac:spMkLst>
            <pc:docMk/>
            <pc:sldMk cId="2030273751" sldId="256"/>
            <ac:spMk id="18" creationId="{DDAEC382-88AF-0048-E5CD-7007074237EA}"/>
          </ac:spMkLst>
        </pc:spChg>
        <pc:picChg chg="mod">
          <ac:chgData name="Kristopher Galbraith" userId="2d8c3a04-e47e-4fbe-8a9d-0ba2407ee31b" providerId="ADAL" clId="{D7284E7D-48E7-4ACA-B099-1DC7DA0F81BF}" dt="2025-09-15T21:05:25.748" v="246" actId="14826"/>
          <ac:picMkLst>
            <pc:docMk/>
            <pc:sldMk cId="2030273751" sldId="256"/>
            <ac:picMk id="5" creationId="{743A2118-C1EA-9738-2846-3C4377B4E3E9}"/>
          </ac:picMkLst>
        </pc:picChg>
      </pc:sldChg>
      <pc:sldChg chg="addSp delSp modSp add mod modNotesTx">
        <pc:chgData name="Kristopher Galbraith" userId="2d8c3a04-e47e-4fbe-8a9d-0ba2407ee31b" providerId="ADAL" clId="{D7284E7D-48E7-4ACA-B099-1DC7DA0F81BF}" dt="2025-09-15T21:08:41.106" v="258" actId="1076"/>
        <pc:sldMkLst>
          <pc:docMk/>
          <pc:sldMk cId="2427920272" sldId="257"/>
        </pc:sldMkLst>
        <pc:spChg chg="del">
          <ac:chgData name="Kristopher Galbraith" userId="2d8c3a04-e47e-4fbe-8a9d-0ba2407ee31b" providerId="ADAL" clId="{D7284E7D-48E7-4ACA-B099-1DC7DA0F81BF}" dt="2025-09-15T20:37:53.233" v="123" actId="478"/>
          <ac:spMkLst>
            <pc:docMk/>
            <pc:sldMk cId="2427920272" sldId="257"/>
            <ac:spMk id="7" creationId="{E11EFB32-A07F-0C20-1768-679798DC05DF}"/>
          </ac:spMkLst>
        </pc:spChg>
        <pc:spChg chg="del">
          <ac:chgData name="Kristopher Galbraith" userId="2d8c3a04-e47e-4fbe-8a9d-0ba2407ee31b" providerId="ADAL" clId="{D7284E7D-48E7-4ACA-B099-1DC7DA0F81BF}" dt="2025-09-15T20:38:01.611" v="125" actId="478"/>
          <ac:spMkLst>
            <pc:docMk/>
            <pc:sldMk cId="2427920272" sldId="257"/>
            <ac:spMk id="8" creationId="{0FBB049F-DD35-063D-97D4-94CD16122CCE}"/>
          </ac:spMkLst>
        </pc:spChg>
        <pc:spChg chg="add del mod">
          <ac:chgData name="Kristopher Galbraith" userId="2d8c3a04-e47e-4fbe-8a9d-0ba2407ee31b" providerId="ADAL" clId="{D7284E7D-48E7-4ACA-B099-1DC7DA0F81BF}" dt="2025-09-15T21:08:41.106" v="258" actId="1076"/>
          <ac:spMkLst>
            <pc:docMk/>
            <pc:sldMk cId="2427920272" sldId="257"/>
            <ac:spMk id="9" creationId="{0ACD48EA-BFF4-77F4-FA55-A99720CB1B88}"/>
          </ac:spMkLst>
        </pc:spChg>
        <pc:spChg chg="del mod">
          <ac:chgData name="Kristopher Galbraith" userId="2d8c3a04-e47e-4fbe-8a9d-0ba2407ee31b" providerId="ADAL" clId="{D7284E7D-48E7-4ACA-B099-1DC7DA0F81BF}" dt="2025-09-15T20:38:01.616" v="127"/>
          <ac:spMkLst>
            <pc:docMk/>
            <pc:sldMk cId="2427920272" sldId="257"/>
            <ac:spMk id="10" creationId="{D745A137-8E34-6304-5F1A-13271524487C}"/>
          </ac:spMkLst>
        </pc:spChg>
        <pc:spChg chg="del">
          <ac:chgData name="Kristopher Galbraith" userId="2d8c3a04-e47e-4fbe-8a9d-0ba2407ee31b" providerId="ADAL" clId="{D7284E7D-48E7-4ACA-B099-1DC7DA0F81BF}" dt="2025-09-15T20:38:04.087" v="128" actId="478"/>
          <ac:spMkLst>
            <pc:docMk/>
            <pc:sldMk cId="2427920272" sldId="257"/>
            <ac:spMk id="11" creationId="{4DC40423-CBA8-FBE6-5A90-08F2F5EFF382}"/>
          </ac:spMkLst>
        </pc:spChg>
        <pc:spChg chg="del mod">
          <ac:chgData name="Kristopher Galbraith" userId="2d8c3a04-e47e-4fbe-8a9d-0ba2407ee31b" providerId="ADAL" clId="{D7284E7D-48E7-4ACA-B099-1DC7DA0F81BF}" dt="2025-09-15T20:38:08.537" v="132"/>
          <ac:spMkLst>
            <pc:docMk/>
            <pc:sldMk cId="2427920272" sldId="257"/>
            <ac:spMk id="12" creationId="{181DBDC7-41BC-DE07-E808-2C7211C54066}"/>
          </ac:spMkLst>
        </pc:spChg>
        <pc:spChg chg="del">
          <ac:chgData name="Kristopher Galbraith" userId="2d8c3a04-e47e-4fbe-8a9d-0ba2407ee31b" providerId="ADAL" clId="{D7284E7D-48E7-4ACA-B099-1DC7DA0F81BF}" dt="2025-09-15T20:38:08.530" v="130" actId="478"/>
          <ac:spMkLst>
            <pc:docMk/>
            <pc:sldMk cId="2427920272" sldId="257"/>
            <ac:spMk id="13" creationId="{29CC79DF-1E53-A7BC-FECC-291637CA9D60}"/>
          </ac:spMkLst>
        </pc:spChg>
        <pc:spChg chg="add del mod">
          <ac:chgData name="Kristopher Galbraith" userId="2d8c3a04-e47e-4fbe-8a9d-0ba2407ee31b" providerId="ADAL" clId="{D7284E7D-48E7-4ACA-B099-1DC7DA0F81BF}" dt="2025-09-15T20:39:17.732" v="153" actId="478"/>
          <ac:spMkLst>
            <pc:docMk/>
            <pc:sldMk cId="2427920272" sldId="257"/>
            <ac:spMk id="14" creationId="{4746C5C4-AAD8-5A54-5031-571EA6D55D1A}"/>
          </ac:spMkLst>
        </pc:spChg>
        <pc:spChg chg="del">
          <ac:chgData name="Kristopher Galbraith" userId="2d8c3a04-e47e-4fbe-8a9d-0ba2407ee31b" providerId="ADAL" clId="{D7284E7D-48E7-4ACA-B099-1DC7DA0F81BF}" dt="2025-09-15T20:38:20.588" v="139" actId="478"/>
          <ac:spMkLst>
            <pc:docMk/>
            <pc:sldMk cId="2427920272" sldId="257"/>
            <ac:spMk id="15" creationId="{A3B34B54-34B7-5D35-30C1-FFB6961AD15C}"/>
          </ac:spMkLst>
        </pc:spChg>
        <pc:spChg chg="del mod">
          <ac:chgData name="Kristopher Galbraith" userId="2d8c3a04-e47e-4fbe-8a9d-0ba2407ee31b" providerId="ADAL" clId="{D7284E7D-48E7-4ACA-B099-1DC7DA0F81BF}" dt="2025-09-15T20:38:27.463" v="144"/>
          <ac:spMkLst>
            <pc:docMk/>
            <pc:sldMk cId="2427920272" sldId="257"/>
            <ac:spMk id="16" creationId="{E4F94BB8-8BF7-E760-DF13-AEE183E02681}"/>
          </ac:spMkLst>
        </pc:spChg>
        <pc:spChg chg="del">
          <ac:chgData name="Kristopher Galbraith" userId="2d8c3a04-e47e-4fbe-8a9d-0ba2407ee31b" providerId="ADAL" clId="{D7284E7D-48E7-4ACA-B099-1DC7DA0F81BF}" dt="2025-09-15T20:38:27.462" v="142" actId="478"/>
          <ac:spMkLst>
            <pc:docMk/>
            <pc:sldMk cId="2427920272" sldId="257"/>
            <ac:spMk id="17" creationId="{BB2ACD11-BCE5-9D34-A320-1D9A35B3AC23}"/>
          </ac:spMkLst>
        </pc:spChg>
        <pc:spChg chg="del mod">
          <ac:chgData name="Kristopher Galbraith" userId="2d8c3a04-e47e-4fbe-8a9d-0ba2407ee31b" providerId="ADAL" clId="{D7284E7D-48E7-4ACA-B099-1DC7DA0F81BF}" dt="2025-09-15T20:38:27.464" v="146"/>
          <ac:spMkLst>
            <pc:docMk/>
            <pc:sldMk cId="2427920272" sldId="257"/>
            <ac:spMk id="18" creationId="{FD859094-9BE3-724E-3A00-5747E6BC36F2}"/>
          </ac:spMkLst>
        </pc:spChg>
        <pc:picChg chg="add del mod">
          <ac:chgData name="Kristopher Galbraith" userId="2d8c3a04-e47e-4fbe-8a9d-0ba2407ee31b" providerId="ADAL" clId="{D7284E7D-48E7-4ACA-B099-1DC7DA0F81BF}" dt="2025-09-15T21:08:35.227" v="257" actId="14826"/>
          <ac:picMkLst>
            <pc:docMk/>
            <pc:sldMk cId="2427920272" sldId="257"/>
            <ac:picMk id="5" creationId="{60C0A187-7FAE-AE45-10F5-3BAF0B34869C}"/>
          </ac:picMkLst>
        </pc:picChg>
      </pc:sldChg>
      <pc:sldChg chg="new del">
        <pc:chgData name="Kristopher Galbraith" userId="2d8c3a04-e47e-4fbe-8a9d-0ba2407ee31b" providerId="ADAL" clId="{D7284E7D-48E7-4ACA-B099-1DC7DA0F81BF}" dt="2025-09-15T20:42:24.173" v="174" actId="47"/>
        <pc:sldMkLst>
          <pc:docMk/>
          <pc:sldMk cId="640167518" sldId="258"/>
        </pc:sldMkLst>
      </pc:sldChg>
      <pc:sldChg chg="addSp delSp modSp add mod modNotesTx">
        <pc:chgData name="Kristopher Galbraith" userId="2d8c3a04-e47e-4fbe-8a9d-0ba2407ee31b" providerId="ADAL" clId="{D7284E7D-48E7-4ACA-B099-1DC7DA0F81BF}" dt="2025-09-15T21:16:29.055" v="509" actId="1076"/>
        <pc:sldMkLst>
          <pc:docMk/>
          <pc:sldMk cId="1838129098" sldId="259"/>
        </pc:sldMkLst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2" creationId="{FE3672EF-3DAF-C198-9141-FDF246494426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3" creationId="{9A8F4913-9D14-11CE-7CD0-FDE51C54D856}"/>
          </ac:spMkLst>
        </pc:spChg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4" creationId="{55F31252-F204-60C8-FB1F-4DD70CEEED95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6" creationId="{EB222A99-1A52-EE89-5996-96FF2E6428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7" creationId="{1154C8EF-2181-C5EB-0505-FA6C78C42E8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8" creationId="{1E107447-00AF-0794-5BDB-B5C886C40847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9" creationId="{BB20B77C-AB5A-03CB-D8DA-1A5E8F64A150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0" creationId="{167DA61D-8CB4-5D76-7A06-103433A298DE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1" creationId="{0A6D7683-FE00-C1C6-EE58-D18D58B85268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2" creationId="{60A86629-EEE5-FC0A-0F80-BB58BCCCBBAC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3" creationId="{87F319DB-E90A-F9AB-1273-9B6163824C7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4" creationId="{AF8F806A-6581-ADA4-02E1-7E8FF39629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5" creationId="{788F1A68-DAEC-8C35-0014-46C58CD04C8A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6" creationId="{BE2F7F57-2BC2-C81B-B04C-65FF5E1E8AEF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7" creationId="{DC3D1C54-23C5-BAF7-DF50-16DF8B60CF66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8" creationId="{5DDFC490-0EB6-E706-0A7A-D4107B4CBEF6}"/>
          </ac:spMkLst>
        </pc:spChg>
        <pc:grpChg chg="add del mod">
          <ac:chgData name="Kristopher Galbraith" userId="2d8c3a04-e47e-4fbe-8a9d-0ba2407ee31b" providerId="ADAL" clId="{D7284E7D-48E7-4ACA-B099-1DC7DA0F81BF}" dt="2025-09-15T21:14:38.499" v="461" actId="165"/>
          <ac:grpSpMkLst>
            <pc:docMk/>
            <pc:sldMk cId="1838129098" sldId="259"/>
            <ac:grpSpMk id="19" creationId="{F1C15384-8E0E-C530-31D3-0A9787CA580C}"/>
          </ac:grpSpMkLst>
        </pc:grpChg>
        <pc:picChg chg="mod topLvl modCrop">
          <ac:chgData name="Kristopher Galbraith" userId="2d8c3a04-e47e-4fbe-8a9d-0ba2407ee31b" providerId="ADAL" clId="{D7284E7D-48E7-4ACA-B099-1DC7DA0F81BF}" dt="2025-09-15T21:14:38.499" v="461" actId="165"/>
          <ac:picMkLst>
            <pc:docMk/>
            <pc:sldMk cId="1838129098" sldId="259"/>
            <ac:picMk id="5" creationId="{DADB91F5-08C6-5411-5BB7-3FFB52573AC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87E608-D9C6-4B3C-A9A4-BEAD08ECA06D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397DF-5812-45E4-B5F0-BF2AEB9BFE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01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/docs/studio/assets/user/home-page-breakdown.png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86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EA0ED-EDA5-82D0-C639-68C32B22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79839F-09B4-DAEF-BBBF-7B3A7261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D2FC99-FEAC-3FF2-8C7D-EBE36A52C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/docs/studio/assets/user/home-page-goto-projects.png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CDCCC-DA03-7386-0F43-F9C0C0421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072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8CCC-85E7-E541-D207-44AB75BBF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3F42E-270A-CAE6-FD64-57CC8EEF4D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4E849-83F3-5BAA-2AE0-2BD50E073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/docs/studio/assets/navigation/navigation-bar.png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1C52-1906-5CA3-39DF-3A91B88BD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423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/docs/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studio/assets/projects/create-project.jpg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1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docs/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studio/assets/projects/create-project-fields.jpg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67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</a:t>
            </a:r>
            <a:r>
              <a:rPr lang="en-US" sz="1200" b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/studio/assets/projects/new-project.jpg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805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Marked: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docs/3D/assets/3d_viewers.jpg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60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62F5-04E3-116F-E016-272A7F8B59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7E573-DDD7-7606-0040-F0D6C2597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EE010-F3D2-F88C-10ED-BA8D9DD6E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26430-E154-257F-6A5F-17B96C04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B0868-08F7-4D2F-54FE-CB92B5005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65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7B73-FA32-BAAE-3D2C-7C1653D53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0885E-3360-1B29-E348-A818AE49B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F9059-0CBD-DFF8-800E-C76655EB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C3CDF-ED62-A1C2-0D40-C09191272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45647-3808-F9F2-025F-D5FF45773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0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C463-5ECE-96FA-F636-DB5170116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EFA1A9-8C3A-C769-B529-50D53070F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89F0A-9248-658B-0FB2-FE88A0CFC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BD3EC-9011-B250-E52B-337AE27A7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3D60E-7445-C6F4-2A76-2BD30560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178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DA19E-25E2-6EDB-D81D-87CE076EB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4FC7B-352B-37F1-D8C5-1C3FAD0C9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25FBF-D236-CEA0-5BBE-1AE78B403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D327D-E5B7-8568-4FAC-1F6B99537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CB19E-F06E-083E-69CD-48429C9D6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FCD9FF-C6BE-89FB-BD76-F65FF14C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967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7C52E-51BD-D00C-E9D3-07A9124DF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5DC58-AEB2-CDDD-BFF4-793931F16E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076BC-9489-7BA2-6789-AB99C07448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0AC733-14E5-54E3-E430-B14961420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971312-21F4-038B-4308-834C7FF2E0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A93BEF-5922-C6A3-F6CE-E6019B72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58BE00-9709-AB9F-8AD2-072085114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BD88BF-72EB-BB30-6ECE-D00B98727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12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5272-66A0-CB99-9E84-62AC6A68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1065F1-0530-F56F-5F8D-8E1621EA7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47BE1C-9750-8B2A-6AAB-70B807712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21744-7CE6-F431-AA14-FEEEF870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89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1A0C6D-9202-6143-9DE2-B34A3D08E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A71F9-BB24-BAFB-812E-743628793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FAC12-D23F-16A4-26B4-FDAB0BDE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13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2E67C-769D-820C-0EE8-127BE78FA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C3A8D-BE52-FDFF-86EE-8DDAA3DD4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F49C0-26AB-50BC-4EFE-77D8F4C16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FABE6A-0C37-3E9F-32BD-3041F2B12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68B04-DE7D-B41A-D1B1-7B6843DB6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DB1DB-5A96-2AB1-555C-744E04D36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76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243DC-16C9-BF52-40FE-EE0420EF8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059B51-BF32-4A6F-EE23-07BC1257D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21F26-363D-D543-0E00-4DD85FDE6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221B3-F711-0E2B-844D-A8FF50F41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98CED-D901-130C-A73A-CFCD44CCF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64A86-DA24-4EAB-AB49-500ACD901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1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515D-D6A2-ADB9-C614-827343D42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2EA116-8EEC-0888-0A27-D036BE938F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5FD94-64AB-D697-7810-3ADA08163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4FA3B-E173-E0EF-9C3D-5660BAF7A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49D0A-CB66-5515-5E4F-5C8B727A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1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6128C-2857-DAB1-D61D-D8B3633F71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33256-A1DC-59EF-C125-E2A16A8342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A4CBD-7703-1613-13A5-9DA1C5FA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F43E-FA3A-0F58-A7BF-E20EEC6B3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62E19-A0C0-131B-7C05-D41882FA4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3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20C794-761C-AEE4-7AED-036E5C487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3BF7C-11F4-50CB-94F5-30710919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CCA8E-64BA-825E-1242-AD45D41DE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41CDF3-A1FB-4215-9C3B-B36887AAFAD2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DB9BD-9E5E-0650-61AA-A9BC92B210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8002-53FC-C37E-C804-FFBED5F9F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87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FE42E-9FCD-1DB6-26E9-F9852BF11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8983-D601-F4CC-2FBB-0AA015B13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 Email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8C9B6-A336-B729-9E16-A08833395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/docs/studio/assets/user/email-verification.jpg</a:t>
            </a:r>
          </a:p>
        </p:txBody>
      </p:sp>
    </p:spTree>
    <p:extLst>
      <p:ext uri="{BB962C8B-B14F-4D97-AF65-F5344CB8AC3E}">
        <p14:creationId xmlns:p14="http://schemas.microsoft.com/office/powerpoint/2010/main" val="903728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7F010C-709D-B042-411F-8C6D78070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76" y="113837"/>
            <a:ext cx="11269648" cy="663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334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CDA98-D998-91F5-574C-47F56ABEC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A57C0-842D-C71F-F8BD-D1B4C551C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 Page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A6EAA-9187-426B-CD4A-A875F433C0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/docs/studio/assets/user/login-page.jpg</a:t>
            </a:r>
          </a:p>
        </p:txBody>
      </p:sp>
    </p:spTree>
    <p:extLst>
      <p:ext uri="{BB962C8B-B14F-4D97-AF65-F5344CB8AC3E}">
        <p14:creationId xmlns:p14="http://schemas.microsoft.com/office/powerpoint/2010/main" val="412670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3CF5A9-3CE0-2AF4-7555-88C5EA31DB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31" t="4167" r="8375" b="5139"/>
          <a:stretch>
            <a:fillRect/>
          </a:stretch>
        </p:blipFill>
        <p:spPr>
          <a:xfrm>
            <a:off x="3771899" y="285750"/>
            <a:ext cx="4629151" cy="6219825"/>
          </a:xfrm>
          <a:prstGeom prst="rect">
            <a:avLst/>
          </a:prstGeom>
        </p:spPr>
      </p:pic>
      <p:pic>
        <p:nvPicPr>
          <p:cNvPr id="7" name="Picture 6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A91B77A1-216D-BE63-2E29-DB5B203973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735" y="0"/>
            <a:ext cx="52305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287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DF30B-6797-CA80-5FF9-1A95CBDF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Page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1F5AD-648D-9504-BDB3-13C316193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/docs/studio/assets/user/home-page.png</a:t>
            </a:r>
          </a:p>
          <a:p>
            <a:r>
              <a:rPr lang="en-US" dirty="0"/>
              <a:t>1005 x 660 pixels</a:t>
            </a:r>
          </a:p>
          <a:p>
            <a:r>
              <a:rPr lang="en-US" dirty="0"/>
              <a:t>3 variants</a:t>
            </a:r>
          </a:p>
        </p:txBody>
      </p:sp>
    </p:spTree>
    <p:extLst>
      <p:ext uri="{BB962C8B-B14F-4D97-AF65-F5344CB8AC3E}">
        <p14:creationId xmlns:p14="http://schemas.microsoft.com/office/powerpoint/2010/main" val="732937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95041C-0E5F-3A58-656D-CFCFA44993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/>
          <a:stretch>
            <a:fillRect/>
          </a:stretch>
        </p:blipFill>
        <p:spPr>
          <a:xfrm>
            <a:off x="1107890" y="0"/>
            <a:ext cx="9988122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A08FA56-6667-2FEB-DFC0-5795598FD922}"/>
              </a:ext>
            </a:extLst>
          </p:cNvPr>
          <p:cNvSpPr/>
          <p:nvPr/>
        </p:nvSpPr>
        <p:spPr>
          <a:xfrm>
            <a:off x="1095987" y="-9435"/>
            <a:ext cx="10000023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1E6C77-DB95-5CB9-F5BE-10B04E4B3331}"/>
              </a:ext>
            </a:extLst>
          </p:cNvPr>
          <p:cNvSpPr txBox="1"/>
          <p:nvPr/>
        </p:nvSpPr>
        <p:spPr>
          <a:xfrm>
            <a:off x="799792" y="165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48391C-EA04-C850-11E2-9DD29AEEAAE8}"/>
              </a:ext>
            </a:extLst>
          </p:cNvPr>
          <p:cNvSpPr/>
          <p:nvPr/>
        </p:nvSpPr>
        <p:spPr>
          <a:xfrm>
            <a:off x="4119856" y="-54543"/>
            <a:ext cx="1743615" cy="5353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E39D9C-5B4D-15B1-CE5E-940082C00152}"/>
              </a:ext>
            </a:extLst>
          </p:cNvPr>
          <p:cNvSpPr txBox="1"/>
          <p:nvPr/>
        </p:nvSpPr>
        <p:spPr>
          <a:xfrm>
            <a:off x="3811759" y="-943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33DB43-D41E-B980-2962-A29C8DC3C52A}"/>
              </a:ext>
            </a:extLst>
          </p:cNvPr>
          <p:cNvSpPr/>
          <p:nvPr/>
        </p:nvSpPr>
        <p:spPr>
          <a:xfrm>
            <a:off x="1381869" y="590143"/>
            <a:ext cx="5292308" cy="8050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04C220-DD23-CC83-B1D2-AB1922EBBA7F}"/>
              </a:ext>
            </a:extLst>
          </p:cNvPr>
          <p:cNvSpPr txBox="1"/>
          <p:nvPr/>
        </p:nvSpPr>
        <p:spPr>
          <a:xfrm>
            <a:off x="799792" y="70246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8EFD0-0B82-6469-1709-FA5655D787C6}"/>
              </a:ext>
            </a:extLst>
          </p:cNvPr>
          <p:cNvSpPr/>
          <p:nvPr/>
        </p:nvSpPr>
        <p:spPr>
          <a:xfrm>
            <a:off x="1399439" y="1489212"/>
            <a:ext cx="5274738" cy="49870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46B7CF-E7D2-BC5C-2705-E663D974A7E2}"/>
              </a:ext>
            </a:extLst>
          </p:cNvPr>
          <p:cNvSpPr txBox="1"/>
          <p:nvPr/>
        </p:nvSpPr>
        <p:spPr>
          <a:xfrm>
            <a:off x="793841" y="148921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D14BB5-5053-B952-61E5-BD8A6FC3A4AD}"/>
              </a:ext>
            </a:extLst>
          </p:cNvPr>
          <p:cNvSpPr/>
          <p:nvPr/>
        </p:nvSpPr>
        <p:spPr>
          <a:xfrm>
            <a:off x="6835250" y="590143"/>
            <a:ext cx="4019302" cy="13910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610F23-443B-34BB-F719-A7433A6FF245}"/>
              </a:ext>
            </a:extLst>
          </p:cNvPr>
          <p:cNvSpPr txBox="1"/>
          <p:nvPr/>
        </p:nvSpPr>
        <p:spPr>
          <a:xfrm>
            <a:off x="10787912" y="48076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10D559-00D9-D4B5-840E-0929DD1D3752}"/>
              </a:ext>
            </a:extLst>
          </p:cNvPr>
          <p:cNvSpPr/>
          <p:nvPr/>
        </p:nvSpPr>
        <p:spPr>
          <a:xfrm>
            <a:off x="6835250" y="2044924"/>
            <a:ext cx="4019302" cy="4813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AEC382-88AF-0048-E5CD-7007074237EA}"/>
              </a:ext>
            </a:extLst>
          </p:cNvPr>
          <p:cNvSpPr txBox="1"/>
          <p:nvPr/>
        </p:nvSpPr>
        <p:spPr>
          <a:xfrm>
            <a:off x="10787912" y="199062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3027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15F3-1C36-3169-7045-1C0AB65E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8FB3FAB-8491-3B12-8040-9BE2007B40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/>
          <a:stretch>
            <a:fillRect/>
          </a:stretch>
        </p:blipFill>
        <p:spPr>
          <a:xfrm>
            <a:off x="1107890" y="0"/>
            <a:ext cx="9988122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ACD48EA-BFF4-77F4-FA55-A99720CB1B88}"/>
              </a:ext>
            </a:extLst>
          </p:cNvPr>
          <p:cNvSpPr/>
          <p:nvPr/>
        </p:nvSpPr>
        <p:spPr>
          <a:xfrm>
            <a:off x="4126258" y="1"/>
            <a:ext cx="1737214" cy="3959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27920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9E48C-9048-EDE2-981B-D5B27D23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5CE22A6-1A7D-F349-98C5-C377173000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" b="94615"/>
          <a:stretch>
            <a:fillRect/>
          </a:stretch>
        </p:blipFill>
        <p:spPr>
          <a:xfrm>
            <a:off x="1107890" y="0"/>
            <a:ext cx="9988122" cy="3693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107447-00AF-0794-5BDB-B5C886C40847}"/>
              </a:ext>
            </a:extLst>
          </p:cNvPr>
          <p:cNvSpPr txBox="1"/>
          <p:nvPr/>
        </p:nvSpPr>
        <p:spPr>
          <a:xfrm>
            <a:off x="1134419" y="3693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7DA61D-8CB4-5D76-7A06-103433A298DE}"/>
              </a:ext>
            </a:extLst>
          </p:cNvPr>
          <p:cNvSpPr txBox="1"/>
          <p:nvPr/>
        </p:nvSpPr>
        <p:spPr>
          <a:xfrm>
            <a:off x="1888884" y="36933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A86629-EEE5-FC0A-0F80-BB58BCCCBBAC}"/>
              </a:ext>
            </a:extLst>
          </p:cNvPr>
          <p:cNvSpPr txBox="1"/>
          <p:nvPr/>
        </p:nvSpPr>
        <p:spPr>
          <a:xfrm>
            <a:off x="4024320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8F806A-6581-ADA4-02E1-7E8FF39629F0}"/>
              </a:ext>
            </a:extLst>
          </p:cNvPr>
          <p:cNvSpPr txBox="1"/>
          <p:nvPr/>
        </p:nvSpPr>
        <p:spPr>
          <a:xfrm>
            <a:off x="7579047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2F7F57-2BC2-C81B-B04C-65FF5E1E8AEF}"/>
              </a:ext>
            </a:extLst>
          </p:cNvPr>
          <p:cNvSpPr txBox="1"/>
          <p:nvPr/>
        </p:nvSpPr>
        <p:spPr>
          <a:xfrm>
            <a:off x="9213579" y="3553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DFC490-0EB6-E706-0A7A-D4107B4CBEF6}"/>
              </a:ext>
            </a:extLst>
          </p:cNvPr>
          <p:cNvSpPr txBox="1"/>
          <p:nvPr/>
        </p:nvSpPr>
        <p:spPr>
          <a:xfrm>
            <a:off x="9787287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F4913-9D14-11CE-7CD0-FDE51C54D856}"/>
              </a:ext>
            </a:extLst>
          </p:cNvPr>
          <p:cNvSpPr txBox="1"/>
          <p:nvPr/>
        </p:nvSpPr>
        <p:spPr>
          <a:xfrm>
            <a:off x="10239352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54C8EF-2181-C5EB-0505-FA6C78C42E85}"/>
              </a:ext>
            </a:extLst>
          </p:cNvPr>
          <p:cNvSpPr/>
          <p:nvPr/>
        </p:nvSpPr>
        <p:spPr>
          <a:xfrm>
            <a:off x="1238048" y="-31334"/>
            <a:ext cx="508172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20B77C-AB5A-03CB-D8DA-1A5E8F64A150}"/>
              </a:ext>
            </a:extLst>
          </p:cNvPr>
          <p:cNvSpPr/>
          <p:nvPr/>
        </p:nvSpPr>
        <p:spPr>
          <a:xfrm>
            <a:off x="1983918" y="-31334"/>
            <a:ext cx="434225" cy="4420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D7683-FE00-C1C6-EE58-D18D58B85268}"/>
              </a:ext>
            </a:extLst>
          </p:cNvPr>
          <p:cNvSpPr/>
          <p:nvPr/>
        </p:nvSpPr>
        <p:spPr>
          <a:xfrm>
            <a:off x="4119354" y="-31334"/>
            <a:ext cx="1758482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F319DB-E90A-F9AB-1273-9B6163824C75}"/>
              </a:ext>
            </a:extLst>
          </p:cNvPr>
          <p:cNvSpPr/>
          <p:nvPr/>
        </p:nvSpPr>
        <p:spPr>
          <a:xfrm>
            <a:off x="7701699" y="-31334"/>
            <a:ext cx="1430960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8F1A68-DAEC-8C35-0014-46C58CD04C8A}"/>
              </a:ext>
            </a:extLst>
          </p:cNvPr>
          <p:cNvSpPr/>
          <p:nvPr/>
        </p:nvSpPr>
        <p:spPr>
          <a:xfrm>
            <a:off x="9296273" y="-31334"/>
            <a:ext cx="471314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3D1C54-23C5-BAF7-DF50-16DF8B60CF66}"/>
              </a:ext>
            </a:extLst>
          </p:cNvPr>
          <p:cNvSpPr/>
          <p:nvPr/>
        </p:nvSpPr>
        <p:spPr>
          <a:xfrm>
            <a:off x="9895817" y="-31334"/>
            <a:ext cx="28609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3672EF-3DAF-C198-9141-FDF246494426}"/>
              </a:ext>
            </a:extLst>
          </p:cNvPr>
          <p:cNvSpPr/>
          <p:nvPr/>
        </p:nvSpPr>
        <p:spPr>
          <a:xfrm>
            <a:off x="10342086" y="-31334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31252-F204-60C8-FB1F-4DD70CEEED95}"/>
              </a:ext>
            </a:extLst>
          </p:cNvPr>
          <p:cNvSpPr/>
          <p:nvPr/>
        </p:nvSpPr>
        <p:spPr>
          <a:xfrm>
            <a:off x="10788476" y="-31334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222A99-1A52-EE89-5996-96FF2E6428F0}"/>
              </a:ext>
            </a:extLst>
          </p:cNvPr>
          <p:cNvSpPr txBox="1"/>
          <p:nvPr/>
        </p:nvSpPr>
        <p:spPr>
          <a:xfrm>
            <a:off x="10681207" y="369332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38129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5E8A-2D36-7A5E-240E-098C63E4B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Projects Page Image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17AAA-CBA6-29CC-1DC3-631B80968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2704037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BF084C-3F4E-251E-F938-C3DBA1C99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031" y="0"/>
            <a:ext cx="9967938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A41AB3-5778-A4F5-A95D-354A8B37494D}"/>
              </a:ext>
            </a:extLst>
          </p:cNvPr>
          <p:cNvSpPr/>
          <p:nvPr/>
        </p:nvSpPr>
        <p:spPr>
          <a:xfrm>
            <a:off x="10133814" y="659876"/>
            <a:ext cx="838986" cy="3110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79816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4BFBF-7F07-EA8D-B8A1-272C14672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Project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400A7-1429-C6E5-FEE9-E437D8A14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177138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69F3A9-D836-C1CA-0FD5-84FD6E9FF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247"/>
            <a:ext cx="12192000" cy="62215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FCE4A81-3065-CA3C-42C9-D2ED31675E1A}"/>
              </a:ext>
            </a:extLst>
          </p:cNvPr>
          <p:cNvSpPr/>
          <p:nvPr/>
        </p:nvSpPr>
        <p:spPr>
          <a:xfrm>
            <a:off x="8066889" y="4307951"/>
            <a:ext cx="810411" cy="4259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1162D16-E76C-4FDB-0B5E-94168A5B0037}"/>
              </a:ext>
            </a:extLst>
          </p:cNvPr>
          <p:cNvSpPr/>
          <p:nvPr/>
        </p:nvSpPr>
        <p:spPr>
          <a:xfrm rot="2945459">
            <a:off x="9799538" y="1182396"/>
            <a:ext cx="742950" cy="227085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DA4AE31-1635-B773-23C9-BB9E840578AA}"/>
              </a:ext>
            </a:extLst>
          </p:cNvPr>
          <p:cNvSpPr/>
          <p:nvPr/>
        </p:nvSpPr>
        <p:spPr>
          <a:xfrm>
            <a:off x="11001080" y="970962"/>
            <a:ext cx="1093510" cy="716436"/>
          </a:xfrm>
          <a:prstGeom prst="ellipse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61600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5246D-AC5F-6B0B-0BF4-B4E936C28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Created Project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68344-160D-64FE-7CF3-7ECAEEC42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None</a:t>
            </a:r>
          </a:p>
        </p:txBody>
      </p:sp>
    </p:spTree>
    <p:extLst>
      <p:ext uri="{BB962C8B-B14F-4D97-AF65-F5344CB8AC3E}">
        <p14:creationId xmlns:p14="http://schemas.microsoft.com/office/powerpoint/2010/main" val="1943592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BEDB98-47F1-3F76-F395-6D8026747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0444"/>
            <a:ext cx="12192000" cy="621711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6D52E0-8337-0D7C-8178-83BBDCB5A4DA}"/>
              </a:ext>
            </a:extLst>
          </p:cNvPr>
          <p:cNvSpPr/>
          <p:nvPr/>
        </p:nvSpPr>
        <p:spPr>
          <a:xfrm>
            <a:off x="4095750" y="1743075"/>
            <a:ext cx="4029075" cy="4210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6BB729C-F3AE-DC34-ED08-87C27344C5D7}"/>
              </a:ext>
            </a:extLst>
          </p:cNvPr>
          <p:cNvSpPr/>
          <p:nvPr/>
        </p:nvSpPr>
        <p:spPr>
          <a:xfrm rot="10800000">
            <a:off x="5819775" y="6006870"/>
            <a:ext cx="552450" cy="33337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341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CDD00-8F0F-BBDD-E553-0474BAD7D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871-67D2-A5ED-31F4-52DFE89B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Gallery Sidebar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54BEA-40F2-76F8-4398-7BA2A898F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unmarked</a:t>
            </a:r>
          </a:p>
          <a:p>
            <a:r>
              <a:rPr lang="en-US" dirty="0"/>
              <a:t>212 x 464</a:t>
            </a:r>
          </a:p>
        </p:txBody>
      </p:sp>
    </p:spTree>
    <p:extLst>
      <p:ext uri="{BB962C8B-B14F-4D97-AF65-F5344CB8AC3E}">
        <p14:creationId xmlns:p14="http://schemas.microsoft.com/office/powerpoint/2010/main" val="1799300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CDB1DE-94D6-D866-9238-5CD12107B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737" y="0"/>
            <a:ext cx="2804526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336B3-D2FD-E5AA-C4B9-A28F097B6112}"/>
              </a:ext>
            </a:extLst>
          </p:cNvPr>
          <p:cNvSpPr txBox="1"/>
          <p:nvPr/>
        </p:nvSpPr>
        <p:spPr>
          <a:xfrm>
            <a:off x="4385639" y="28302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A92DB-5AB1-7703-5285-5C63D5BA07F1}"/>
              </a:ext>
            </a:extLst>
          </p:cNvPr>
          <p:cNvSpPr/>
          <p:nvPr/>
        </p:nvSpPr>
        <p:spPr>
          <a:xfrm>
            <a:off x="4693737" y="2830286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F0C0F-5D4E-B0C9-801B-32CAF110D070}"/>
              </a:ext>
            </a:extLst>
          </p:cNvPr>
          <p:cNvSpPr/>
          <p:nvPr/>
        </p:nvSpPr>
        <p:spPr>
          <a:xfrm>
            <a:off x="4693737" y="3991428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DD43E3-001F-C246-5AD9-4A9DE88CA6AA}"/>
              </a:ext>
            </a:extLst>
          </p:cNvPr>
          <p:cNvSpPr/>
          <p:nvPr/>
        </p:nvSpPr>
        <p:spPr>
          <a:xfrm>
            <a:off x="4693737" y="4550230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5B6F51-0B07-0B59-1DC5-50DAA14F2E82}"/>
              </a:ext>
            </a:extLst>
          </p:cNvPr>
          <p:cNvSpPr/>
          <p:nvPr/>
        </p:nvSpPr>
        <p:spPr>
          <a:xfrm>
            <a:off x="4693737" y="5109032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7D68FD-AE43-BDD7-ED5A-234645335C58}"/>
              </a:ext>
            </a:extLst>
          </p:cNvPr>
          <p:cNvSpPr txBox="1"/>
          <p:nvPr/>
        </p:nvSpPr>
        <p:spPr>
          <a:xfrm>
            <a:off x="4385639" y="39849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2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8C9A3F-6F1A-08BD-E751-BBE6C250C608}"/>
              </a:ext>
            </a:extLst>
          </p:cNvPr>
          <p:cNvSpPr txBox="1"/>
          <p:nvPr/>
        </p:nvSpPr>
        <p:spPr>
          <a:xfrm>
            <a:off x="4385639" y="45469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45E54B-8DD3-7459-0822-D57905D55D04}"/>
              </a:ext>
            </a:extLst>
          </p:cNvPr>
          <p:cNvSpPr txBox="1"/>
          <p:nvPr/>
        </p:nvSpPr>
        <p:spPr>
          <a:xfrm>
            <a:off x="4385639" y="51142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1670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203</Words>
  <Application>Microsoft Office PowerPoint</Application>
  <PresentationFormat>Widescreen</PresentationFormat>
  <Paragraphs>49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Verify Email Image</vt:lpstr>
      <vt:lpstr>PowerPoint Presentation</vt:lpstr>
      <vt:lpstr>Login Page Image</vt:lpstr>
      <vt:lpstr>PowerPoint Presentation</vt:lpstr>
      <vt:lpstr>Home Page Image</vt:lpstr>
      <vt:lpstr>PowerPoint Presentation</vt:lpstr>
      <vt:lpstr>PowerPoint Presentation</vt:lpstr>
      <vt:lpstr>PowerPoint Presentation</vt:lpstr>
      <vt:lpstr>Projects Page Image </vt:lpstr>
      <vt:lpstr>PowerPoint Presentation</vt:lpstr>
      <vt:lpstr>Create Project Image</vt:lpstr>
      <vt:lpstr>PowerPoint Presentation</vt:lpstr>
      <vt:lpstr>Created Project Image</vt:lpstr>
      <vt:lpstr>PowerPoint Presentation</vt:lpstr>
      <vt:lpstr>Dataset Gallery Sidebar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Kristopher Galbraith</dc:creator>
  <cp:lastModifiedBy>John Santos</cp:lastModifiedBy>
  <cp:revision>7</cp:revision>
  <dcterms:created xsi:type="dcterms:W3CDTF">2025-09-15T17:56:42Z</dcterms:created>
  <dcterms:modified xsi:type="dcterms:W3CDTF">2025-11-18T00:26:40Z</dcterms:modified>
</cp:coreProperties>
</file>